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4" r:id="rId7"/>
    <p:sldId id="266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C9F02-A804-4E91-8AFB-F1C3725C2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F9B1D6-68F8-4D68-AE7B-68CAA6BAA1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1E4F7-85CE-417D-8028-2B225964C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6B647-47BF-4ED5-8FC6-4C96E3235F9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1DF59-7B16-4047-AD75-BB2C60119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C5FEB-BBF7-4388-8F63-FFA1CE61A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95206-B24A-4475-A051-E8A029AAC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205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E36EB-22E1-43B1-B26E-A35EFEF95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7295D-0D24-4C93-BE92-240C8893A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D56A4-F582-4FBD-B629-8F3A551B8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6B647-47BF-4ED5-8FC6-4C96E3235F9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F9D56-BCC5-43EC-BBE6-483338425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FD9A3-F610-4AE2-8D8A-7CB3849D2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95206-B24A-4475-A051-E8A029AAC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507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64832-3578-42A3-B04C-F147EB83F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462D8-A7F9-45E5-9DA4-DE0F721CD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D1F13-AC6B-438E-8E73-BFD94C961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6B647-47BF-4ED5-8FC6-4C96E3235F9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E2795-BB2F-46B4-80A6-CB97675A0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C3633-47BD-42B5-A5D2-BA5DDC2C1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95206-B24A-4475-A051-E8A029AAC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428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67AEB-FC48-46D4-8089-652827235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8D6A3-CCBA-431F-B6B4-65C5734452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850156-5309-476B-9174-DAF12BA5F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F7D0F2-FB7E-4315-B9DD-19B73ADD7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6B647-47BF-4ED5-8FC6-4C96E3235F9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B85E4D-5182-4047-A86E-6E1AC75D1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1131DA-BC5D-4E4F-97C5-829476F52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95206-B24A-4475-A051-E8A029AAC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633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9C355-C391-4FC1-848E-416088CFC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75BBC0-847D-4E36-A4AE-2D30EE7B8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0DEC02-BC3D-4B09-9AEA-E197EDF9D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758CFB-A2BD-49FB-93B9-F3801A14D9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8A7232-B116-454B-8E0C-B4814FC32D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D1FC46-70E2-45F8-BC40-EDC5607B4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6B647-47BF-4ED5-8FC6-4C96E3235F9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6E6E3A-5000-475B-B601-096356B10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801240-04F4-46C5-BA88-B8BB5021B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95206-B24A-4475-A051-E8A029AAC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011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ACF4-A76F-429C-89D1-077BD9330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82DF78-7BED-43ED-83A7-438DDAAD0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6B647-47BF-4ED5-8FC6-4C96E3235F9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89913-297B-4B9F-ACA3-109C0FE8D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40DCAE-F199-4B85-A1F3-73FB537D7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95206-B24A-4475-A051-E8A029AAC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299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453413-BEE7-45E9-9B20-4550AA4D9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6B647-47BF-4ED5-8FC6-4C96E3235F9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28F34D-D3A7-4795-92DA-30A08AC36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6CCA4-19F8-413D-B535-ED908B7BA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95206-B24A-4475-A051-E8A029AAC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329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A3D94-3367-4390-B5A2-5FD31BDD5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75A37-6A1F-4B8C-8996-485B4F1EB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3B6977-91F2-45FB-9168-51AE617AE9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BEBDF6-89B0-4311-AA6D-2028C5D0E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6B647-47BF-4ED5-8FC6-4C96E3235F9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835556-893C-4BF0-BFFE-B791D584C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C74BAE-4F36-439A-B97A-5996236B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95206-B24A-4475-A051-E8A029AAC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620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2DFF3-475A-4C56-AE90-D29D5F48F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41FF2A-3E08-4069-8591-D79F7A105F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25B263-BD93-40A0-9CDA-8DC43E505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826793-BA0E-46D2-A414-113B99FA9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6B647-47BF-4ED5-8FC6-4C96E3235F9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CFBF1-FABB-4560-A801-09178517A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DE982-CE3D-4243-9B7F-DBDBF055A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95206-B24A-4475-A051-E8A029AAC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585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59861-1F9E-40D9-9B16-C13595308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2F8079-1960-4892-AF87-80208E1C6C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2D2B7-9499-474E-ADDC-B49C33585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6B647-47BF-4ED5-8FC6-4C96E3235F9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8D5D3-C79C-4B62-A9A4-8A7AACA2B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293E9-C53E-4154-B1FD-B3B5FB0A4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95206-B24A-4475-A051-E8A029AAC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002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99D499-19E0-40BF-9812-1A5134E9C3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E31D7F-BF70-4FA8-8E35-8C8BBA71A3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6CFA5-0413-49E9-ACD9-0C1D5F0EF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6B647-47BF-4ED5-8FC6-4C96E3235F9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74828-C85A-4B23-B35A-8C940FD55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6A2CF-4D68-47BC-84B3-F85BEF1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95206-B24A-4475-A051-E8A029AAC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266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995E6C-C565-445B-8E73-9BE337727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2F2D08-3717-48BB-96F5-54FB80EBC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ED7A7-2420-49CC-9F68-84A8AB859C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16B647-47BF-4ED5-8FC6-4C96E3235F9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E957C-E07E-4FAA-A7BA-C77B65ECD3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CA8BF-CA4D-4644-B57A-5D0F13720F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895206-B24A-4475-A051-E8A029AAC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324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ECC20-E993-40C1-A2BA-63FE449D9D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66BE47-D8FE-4B1A-BA3F-0B5639E735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EF52C8-B7D1-49DA-B8F0-769E05A9C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2454"/>
            <a:ext cx="12192000" cy="637309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2B6BD56-1BA9-41E9-AB17-5D6E9C7A54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2782" y="3760376"/>
            <a:ext cx="1813735" cy="181373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BE4B996-E12A-435A-872D-34D1AD4583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9841" y="4925880"/>
            <a:ext cx="1205948" cy="127830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2405123-87B5-427C-B0A6-EAD96B9559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9383" y="3782047"/>
            <a:ext cx="1566370" cy="147575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9EC0B70-502E-44A3-B0E6-020E4AC1C9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71545">
            <a:off x="-97819" y="964713"/>
            <a:ext cx="4845505" cy="292807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AF05B84-0BF2-48D7-9E9F-32B9AD5019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2100" y="704672"/>
            <a:ext cx="453434" cy="181373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B592A58-075E-4B84-B70F-3A6D61B46F8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0632" y="2208435"/>
            <a:ext cx="1502496" cy="81551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3EF027F-D7E7-4720-8A1F-CA688ABAB43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1661" y="2506101"/>
            <a:ext cx="2349667" cy="224454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A05D6EC-CAD6-4747-BF15-98D02789759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3370" y="1362228"/>
            <a:ext cx="1907636" cy="2160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624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ECC20-E993-40C1-A2BA-63FE449D9D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66BE47-D8FE-4B1A-BA3F-0B5639E735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EF52C8-B7D1-49DA-B8F0-769E05A9C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2454"/>
            <a:ext cx="12192000" cy="637309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9EC0B70-502E-44A3-B0E6-020E4AC1C9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71545">
            <a:off x="-97819" y="964713"/>
            <a:ext cx="4845505" cy="292807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3EF027F-D7E7-4720-8A1F-CA688ABAB4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098" y="1600200"/>
            <a:ext cx="3664661" cy="350070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9375DC3-97F9-47C7-ACD0-4B8868F77B15}"/>
              </a:ext>
            </a:extLst>
          </p:cNvPr>
          <p:cNvSpPr/>
          <p:nvPr/>
        </p:nvSpPr>
        <p:spPr>
          <a:xfrm>
            <a:off x="4458674" y="1991850"/>
            <a:ext cx="3579884" cy="2528224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/>
            </a:prstTxWarp>
            <a:spAutoFit/>
          </a:bodyPr>
          <a:lstStyle/>
          <a:p>
            <a:pPr algn="ctr"/>
            <a:r>
              <a:rPr lang="ru-RU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Новогоднее поздравление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C13752-B5A6-410E-90D5-7F493D4CF693}"/>
              </a:ext>
            </a:extLst>
          </p:cNvPr>
          <p:cNvSpPr/>
          <p:nvPr/>
        </p:nvSpPr>
        <p:spPr>
          <a:xfrm>
            <a:off x="4473891" y="3450379"/>
            <a:ext cx="3579884" cy="2242521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Down">
              <a:avLst>
                <a:gd name="adj" fmla="val 1"/>
              </a:avLst>
            </a:prstTxWarp>
            <a:spAutoFit/>
          </a:bodyPr>
          <a:lstStyle/>
          <a:p>
            <a:pPr algn="ctr"/>
            <a:r>
              <a:rPr lang="ru-RU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Ди</a:t>
            </a:r>
            <a:r>
              <a:rPr lang="ru-RU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ректора ООО «Кэпт»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86689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ECC20-E993-40C1-A2BA-63FE449D9D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66BE47-D8FE-4B1A-BA3F-0B5639E735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EF52C8-B7D1-49DA-B8F0-769E05A9C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2454"/>
            <a:ext cx="12192000" cy="637309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9EC0B70-502E-44A3-B0E6-020E4AC1C9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71545">
            <a:off x="-97819" y="964713"/>
            <a:ext cx="4845505" cy="292807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AF05B84-0BF2-48D7-9E9F-32B9AD5019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5450" y="884650"/>
            <a:ext cx="980201" cy="392080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B36F03A-8091-4678-872B-1E21F1661135}"/>
              </a:ext>
            </a:extLst>
          </p:cNvPr>
          <p:cNvSpPr/>
          <p:nvPr/>
        </p:nvSpPr>
        <p:spPr>
          <a:xfrm>
            <a:off x="4458674" y="1991850"/>
            <a:ext cx="3579884" cy="2528224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/>
            </a:prstTxWarp>
            <a:spAutoFit/>
          </a:bodyPr>
          <a:lstStyle/>
          <a:p>
            <a:pPr algn="ctr"/>
            <a:r>
              <a:rPr lang="ru-RU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Новогоднее поздравление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D2DF3C-0F8F-4D6D-A212-64EB8492238E}"/>
              </a:ext>
            </a:extLst>
          </p:cNvPr>
          <p:cNvSpPr/>
          <p:nvPr/>
        </p:nvSpPr>
        <p:spPr>
          <a:xfrm>
            <a:off x="4473891" y="3450379"/>
            <a:ext cx="3579884" cy="2242521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Down">
              <a:avLst>
                <a:gd name="adj" fmla="val 1"/>
              </a:avLst>
            </a:prstTxWarp>
            <a:spAutoFit/>
          </a:bodyPr>
          <a:lstStyle/>
          <a:p>
            <a:pPr algn="ctr"/>
            <a:r>
              <a:rPr lang="ru-RU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Отдела </a:t>
            </a:r>
            <a:r>
              <a:rPr lang="en-US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book keeping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84710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ECC20-E993-40C1-A2BA-63FE449D9D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66BE47-D8FE-4B1A-BA3F-0B5639E735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EF52C8-B7D1-49DA-B8F0-769E05A9C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2454"/>
            <a:ext cx="12192000" cy="637309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9EC0B70-502E-44A3-B0E6-020E4AC1C9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71545">
            <a:off x="-97819" y="964713"/>
            <a:ext cx="4845505" cy="292807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A05D6EC-CAD6-4747-BF15-98D0278975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0033" y="1994347"/>
            <a:ext cx="2838458" cy="321538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62DA0D8-0EA6-4639-B812-328F81F6CCCB}"/>
              </a:ext>
            </a:extLst>
          </p:cNvPr>
          <p:cNvSpPr/>
          <p:nvPr/>
        </p:nvSpPr>
        <p:spPr>
          <a:xfrm>
            <a:off x="4458674" y="1991850"/>
            <a:ext cx="3579884" cy="2528224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/>
            </a:prstTxWarp>
            <a:spAutoFit/>
          </a:bodyPr>
          <a:lstStyle/>
          <a:p>
            <a:pPr algn="ctr"/>
            <a:r>
              <a:rPr lang="ru-RU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Новогоднее поздравление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219DA3-8C62-47A6-839D-BA123808140C}"/>
              </a:ext>
            </a:extLst>
          </p:cNvPr>
          <p:cNvSpPr/>
          <p:nvPr/>
        </p:nvSpPr>
        <p:spPr>
          <a:xfrm>
            <a:off x="4473891" y="3450379"/>
            <a:ext cx="3579884" cy="2242521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Down">
              <a:avLst>
                <a:gd name="adj" fmla="val 1"/>
              </a:avLst>
            </a:prstTxWarp>
            <a:spAutoFit/>
          </a:bodyPr>
          <a:lstStyle/>
          <a:p>
            <a:pPr algn="ctr"/>
            <a:r>
              <a:rPr lang="ru-RU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Отдела консалтинга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99269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ECC20-E993-40C1-A2BA-63FE449D9D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66BE47-D8FE-4B1A-BA3F-0B5639E735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EF52C8-B7D1-49DA-B8F0-769E05A9C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2454"/>
            <a:ext cx="12192000" cy="637309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2B6BD56-1BA9-41E9-AB17-5D6E9C7A54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431" y="2274624"/>
            <a:ext cx="3208405" cy="320840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9EC0B70-502E-44A3-B0E6-020E4AC1C9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71545">
            <a:off x="-97819" y="964713"/>
            <a:ext cx="4845505" cy="2928074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517851A-7D2D-4D66-87EF-0E06891BDAC6}"/>
              </a:ext>
            </a:extLst>
          </p:cNvPr>
          <p:cNvSpPr/>
          <p:nvPr/>
        </p:nvSpPr>
        <p:spPr>
          <a:xfrm>
            <a:off x="4458674" y="1991850"/>
            <a:ext cx="3579884" cy="2528224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/>
            </a:prstTxWarp>
            <a:spAutoFit/>
          </a:bodyPr>
          <a:lstStyle/>
          <a:p>
            <a:pPr algn="ctr"/>
            <a:r>
              <a:rPr lang="ru-RU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Новогоднее поздравление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A7CA06-4615-4953-A9BD-0ED80F1B8BE4}"/>
              </a:ext>
            </a:extLst>
          </p:cNvPr>
          <p:cNvSpPr/>
          <p:nvPr/>
        </p:nvSpPr>
        <p:spPr>
          <a:xfrm>
            <a:off x="4473891" y="3450379"/>
            <a:ext cx="3579884" cy="2242521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Down">
              <a:avLst>
                <a:gd name="adj" fmla="val 1"/>
              </a:avLst>
            </a:prstTxWarp>
            <a:spAutoFit/>
          </a:bodyPr>
          <a:lstStyle/>
          <a:p>
            <a:pPr algn="ctr"/>
            <a:r>
              <a:rPr lang="en-US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HR </a:t>
            </a:r>
            <a:r>
              <a:rPr lang="ru-RU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Отдела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4922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ECC20-E993-40C1-A2BA-63FE449D9D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66BE47-D8FE-4B1A-BA3F-0B5639E735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EF52C8-B7D1-49DA-B8F0-769E05A9C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2454"/>
            <a:ext cx="12192000" cy="637309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9EC0B70-502E-44A3-B0E6-020E4AC1C9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71545">
            <a:off x="-97819" y="964713"/>
            <a:ext cx="4845505" cy="292807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B57C8EF-3C6B-4DE6-BD6F-1516DBCEE036}"/>
              </a:ext>
            </a:extLst>
          </p:cNvPr>
          <p:cNvSpPr/>
          <p:nvPr/>
        </p:nvSpPr>
        <p:spPr>
          <a:xfrm>
            <a:off x="4458674" y="1991850"/>
            <a:ext cx="3579884" cy="2528224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/>
            </a:prstTxWarp>
            <a:spAutoFit/>
          </a:bodyPr>
          <a:lstStyle/>
          <a:p>
            <a:pPr algn="ctr"/>
            <a:r>
              <a:rPr lang="ru-RU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Новогоднее поздравление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EDCBDB-C828-4302-9EF1-F74C598B00DB}"/>
              </a:ext>
            </a:extLst>
          </p:cNvPr>
          <p:cNvSpPr/>
          <p:nvPr/>
        </p:nvSpPr>
        <p:spPr>
          <a:xfrm>
            <a:off x="4473891" y="3450379"/>
            <a:ext cx="3579884" cy="2242521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Down">
              <a:avLst>
                <a:gd name="adj" fmla="val 1"/>
              </a:avLst>
            </a:prstTxWarp>
            <a:spAutoFit/>
          </a:bodyPr>
          <a:lstStyle/>
          <a:p>
            <a:pPr algn="ctr"/>
            <a:r>
              <a:rPr lang="ru-RU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Отдела аудита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CC5454-14D3-4C19-8166-562856B797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6479" y="2988182"/>
            <a:ext cx="2724274" cy="147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958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ECC20-E993-40C1-A2BA-63FE449D9D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66BE47-D8FE-4B1A-BA3F-0B5639E735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EF52C8-B7D1-49DA-B8F0-769E05A9C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2454"/>
            <a:ext cx="12192000" cy="637309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9EC0B70-502E-44A3-B0E6-020E4AC1C9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71545">
            <a:off x="-97819" y="964713"/>
            <a:ext cx="4845505" cy="292807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B57C8EF-3C6B-4DE6-BD6F-1516DBCEE036}"/>
              </a:ext>
            </a:extLst>
          </p:cNvPr>
          <p:cNvSpPr/>
          <p:nvPr/>
        </p:nvSpPr>
        <p:spPr>
          <a:xfrm>
            <a:off x="4458674" y="1991850"/>
            <a:ext cx="3579884" cy="2528224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/>
            </a:prstTxWarp>
            <a:spAutoFit/>
          </a:bodyPr>
          <a:lstStyle/>
          <a:p>
            <a:pPr algn="ctr"/>
            <a:r>
              <a:rPr lang="ru-RU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Новогоднее поздравление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EDCBDB-C828-4302-9EF1-F74C598B00DB}"/>
              </a:ext>
            </a:extLst>
          </p:cNvPr>
          <p:cNvSpPr/>
          <p:nvPr/>
        </p:nvSpPr>
        <p:spPr>
          <a:xfrm>
            <a:off x="4473891" y="3450379"/>
            <a:ext cx="3579884" cy="2242521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Down">
              <a:avLst>
                <a:gd name="adj" fmla="val 1"/>
              </a:avLst>
            </a:prstTxWarp>
            <a:spAutoFit/>
          </a:bodyPr>
          <a:lstStyle/>
          <a:p>
            <a:pPr algn="ctr"/>
            <a:r>
              <a:rPr lang="ru-RU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Отдела</a:t>
            </a:r>
            <a:r>
              <a:rPr lang="en-US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</a:t>
            </a:r>
            <a:r>
              <a:rPr lang="ru-RU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ТЦО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DF17321-B233-43A1-922C-23687D4818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663" y="2480371"/>
            <a:ext cx="2612597" cy="246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670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ECC20-E993-40C1-A2BA-63FE449D9D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66BE47-D8FE-4B1A-BA3F-0B5639E735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EF52C8-B7D1-49DA-B8F0-769E05A9C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2454"/>
            <a:ext cx="12192000" cy="637309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BE4B996-E12A-435A-872D-34D1AD4583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3329" y="2526042"/>
            <a:ext cx="2190575" cy="232200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9EC0B70-502E-44A3-B0E6-020E4AC1C9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71545">
            <a:off x="-97819" y="964713"/>
            <a:ext cx="4845505" cy="292807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B57C8EF-3C6B-4DE6-BD6F-1516DBCEE036}"/>
              </a:ext>
            </a:extLst>
          </p:cNvPr>
          <p:cNvSpPr/>
          <p:nvPr/>
        </p:nvSpPr>
        <p:spPr>
          <a:xfrm>
            <a:off x="4458674" y="1991850"/>
            <a:ext cx="3579884" cy="2528224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/>
            </a:prstTxWarp>
            <a:spAutoFit/>
          </a:bodyPr>
          <a:lstStyle/>
          <a:p>
            <a:pPr algn="ctr"/>
            <a:r>
              <a:rPr lang="ru-RU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Новогоднее поздравление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EDCBDB-C828-4302-9EF1-F74C598B00DB}"/>
              </a:ext>
            </a:extLst>
          </p:cNvPr>
          <p:cNvSpPr/>
          <p:nvPr/>
        </p:nvSpPr>
        <p:spPr>
          <a:xfrm>
            <a:off x="4473891" y="3450379"/>
            <a:ext cx="3579884" cy="2242521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Down">
              <a:avLst>
                <a:gd name="adj" fmla="val 1"/>
              </a:avLst>
            </a:prstTxWarp>
            <a:spAutoFit/>
          </a:bodyPr>
          <a:lstStyle/>
          <a:p>
            <a:pPr algn="ctr"/>
            <a:r>
              <a:rPr lang="ru-RU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Отдела поддержки аудита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65410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928</TotalTime>
  <Words>33</Words>
  <Application>Microsoft Office PowerPoint</Application>
  <PresentationFormat>Widescreen</PresentationFormat>
  <Paragraphs>14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Lipskaya, Alesya</dc:creator>
  <cp:lastModifiedBy>Lipskaya, Alesya</cp:lastModifiedBy>
  <cp:revision>16</cp:revision>
  <dcterms:created xsi:type="dcterms:W3CDTF">2025-12-14T21:30:54Z</dcterms:created>
  <dcterms:modified xsi:type="dcterms:W3CDTF">2025-12-15T13:12:06Z</dcterms:modified>
</cp:coreProperties>
</file>