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ryndan Write" charset="1" panose="02000503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jpeg" Type="http://schemas.openxmlformats.org/officeDocument/2006/relationships/image"/><Relationship Id="rId7" Target="../media/image29.jpeg" Type="http://schemas.openxmlformats.org/officeDocument/2006/relationships/image"/><Relationship Id="rId8" Target="../media/image30.jpeg" Type="http://schemas.openxmlformats.org/officeDocument/2006/relationships/image"/><Relationship Id="rId9" Target="../media/image3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jpe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jpeg" Type="http://schemas.openxmlformats.org/officeDocument/2006/relationships/image"/><Relationship Id="rId7" Target="../media/image35.jpeg" Type="http://schemas.openxmlformats.org/officeDocument/2006/relationships/image"/><Relationship Id="rId8" Target="../media/image36.jpeg" Type="http://schemas.openxmlformats.org/officeDocument/2006/relationships/image"/><Relationship Id="rId9" Target="../media/image3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jpeg" Type="http://schemas.openxmlformats.org/officeDocument/2006/relationships/image"/><Relationship Id="rId7" Target="../media/image42.jpeg" Type="http://schemas.openxmlformats.org/officeDocument/2006/relationships/image"/><Relationship Id="rId8" Target="../media/image43.jpeg" Type="http://schemas.openxmlformats.org/officeDocument/2006/relationships/image"/><Relationship Id="rId9" Target="../media/image4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jpeg" Type="http://schemas.openxmlformats.org/officeDocument/2006/relationships/image"/><Relationship Id="rId7" Target="../media/image48.jpeg" Type="http://schemas.openxmlformats.org/officeDocument/2006/relationships/image"/><Relationship Id="rId8" Target="../media/image49.jpeg" Type="http://schemas.openxmlformats.org/officeDocument/2006/relationships/image"/><Relationship Id="rId9" Target="../media/image5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jpe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jpe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6119" y="-5456619"/>
            <a:ext cx="21200238" cy="21200238"/>
          </a:xfrm>
          <a:custGeom>
            <a:avLst/>
            <a:gdLst/>
            <a:ahLst/>
            <a:cxnLst/>
            <a:rect r="r" b="b" t="t" l="l"/>
            <a:pathLst>
              <a:path h="21200238" w="21200238">
                <a:moveTo>
                  <a:pt x="0" y="0"/>
                </a:moveTo>
                <a:lnTo>
                  <a:pt x="21200238" y="0"/>
                </a:lnTo>
                <a:lnTo>
                  <a:pt x="21200238" y="21200238"/>
                </a:lnTo>
                <a:lnTo>
                  <a:pt x="0" y="2120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19573" y="393759"/>
            <a:ext cx="12557673" cy="3408073"/>
          </a:xfrm>
          <a:custGeom>
            <a:avLst/>
            <a:gdLst/>
            <a:ahLst/>
            <a:cxnLst/>
            <a:rect r="r" b="b" t="t" l="l"/>
            <a:pathLst>
              <a:path h="3408073" w="12557673">
                <a:moveTo>
                  <a:pt x="0" y="0"/>
                </a:moveTo>
                <a:lnTo>
                  <a:pt x="12557673" y="0"/>
                </a:lnTo>
                <a:lnTo>
                  <a:pt x="12557673" y="3408073"/>
                </a:lnTo>
                <a:lnTo>
                  <a:pt x="0" y="3408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648794"/>
            <a:ext cx="12899920" cy="6989411"/>
          </a:xfrm>
          <a:custGeom>
            <a:avLst/>
            <a:gdLst/>
            <a:ahLst/>
            <a:cxnLst/>
            <a:rect r="r" b="b" t="t" l="l"/>
            <a:pathLst>
              <a:path h="6989411" w="12899920">
                <a:moveTo>
                  <a:pt x="0" y="0"/>
                </a:moveTo>
                <a:lnTo>
                  <a:pt x="12899920" y="0"/>
                </a:lnTo>
                <a:lnTo>
                  <a:pt x="12899920" y="6989412"/>
                </a:lnTo>
                <a:lnTo>
                  <a:pt x="0" y="6989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77223" y="3367874"/>
            <a:ext cx="10002873" cy="305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5"/>
              </a:lnSpc>
            </a:pPr>
            <a:r>
              <a:rPr lang="en-US" sz="12059">
                <a:solidFill>
                  <a:srgbClr val="FF4B1F"/>
                </a:solidFill>
                <a:latin typeface="Bryndan Write"/>
                <a:ea typeface="Bryndan Write"/>
                <a:cs typeface="Bryndan Write"/>
                <a:sym typeface="Bryndan Write"/>
              </a:rPr>
              <a:t>КАК ЭТО РАБОТАЕТ?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240779" y="1548726"/>
            <a:ext cx="7467344" cy="11229089"/>
          </a:xfrm>
          <a:custGeom>
            <a:avLst/>
            <a:gdLst/>
            <a:ahLst/>
            <a:cxnLst/>
            <a:rect r="r" b="b" t="t" l="l"/>
            <a:pathLst>
              <a:path h="11229089" w="7467344">
                <a:moveTo>
                  <a:pt x="0" y="0"/>
                </a:moveTo>
                <a:lnTo>
                  <a:pt x="7467344" y="0"/>
                </a:lnTo>
                <a:lnTo>
                  <a:pt x="7467344" y="11229089"/>
                </a:lnTo>
                <a:lnTo>
                  <a:pt x="0" y="112290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4710" y="1648794"/>
            <a:ext cx="2865026" cy="2724380"/>
          </a:xfrm>
          <a:custGeom>
            <a:avLst/>
            <a:gdLst/>
            <a:ahLst/>
            <a:cxnLst/>
            <a:rect r="r" b="b" t="t" l="l"/>
            <a:pathLst>
              <a:path h="2724380" w="2865026">
                <a:moveTo>
                  <a:pt x="0" y="0"/>
                </a:moveTo>
                <a:lnTo>
                  <a:pt x="2865026" y="0"/>
                </a:lnTo>
                <a:lnTo>
                  <a:pt x="2865026" y="2724380"/>
                </a:lnTo>
                <a:lnTo>
                  <a:pt x="0" y="27243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09554" y="7334154"/>
            <a:ext cx="2054913" cy="1924146"/>
          </a:xfrm>
          <a:custGeom>
            <a:avLst/>
            <a:gdLst/>
            <a:ahLst/>
            <a:cxnLst/>
            <a:rect r="r" b="b" t="t" l="l"/>
            <a:pathLst>
              <a:path h="1924146" w="2054913">
                <a:moveTo>
                  <a:pt x="0" y="0"/>
                </a:moveTo>
                <a:lnTo>
                  <a:pt x="2054913" y="0"/>
                </a:lnTo>
                <a:lnTo>
                  <a:pt x="2054913" y="1924146"/>
                </a:lnTo>
                <a:lnTo>
                  <a:pt x="0" y="19241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743640">
            <a:off x="4121134" y="7603001"/>
            <a:ext cx="1990989" cy="1386452"/>
          </a:xfrm>
          <a:custGeom>
            <a:avLst/>
            <a:gdLst/>
            <a:ahLst/>
            <a:cxnLst/>
            <a:rect r="r" b="b" t="t" l="l"/>
            <a:pathLst>
              <a:path h="1386452" w="1990989">
                <a:moveTo>
                  <a:pt x="0" y="0"/>
                </a:moveTo>
                <a:lnTo>
                  <a:pt x="1990989" y="0"/>
                </a:lnTo>
                <a:lnTo>
                  <a:pt x="1990989" y="1386452"/>
                </a:lnTo>
                <a:lnTo>
                  <a:pt x="0" y="138645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09553">
            <a:off x="-1397832" y="7699987"/>
            <a:ext cx="4015382" cy="3876669"/>
          </a:xfrm>
          <a:custGeom>
            <a:avLst/>
            <a:gdLst/>
            <a:ahLst/>
            <a:cxnLst/>
            <a:rect r="r" b="b" t="t" l="l"/>
            <a:pathLst>
              <a:path h="3876669" w="4015382">
                <a:moveTo>
                  <a:pt x="0" y="0"/>
                </a:moveTo>
                <a:lnTo>
                  <a:pt x="4015382" y="0"/>
                </a:lnTo>
                <a:lnTo>
                  <a:pt x="4015382" y="3876669"/>
                </a:lnTo>
                <a:lnTo>
                  <a:pt x="0" y="387666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123173">
            <a:off x="12272615" y="-5993"/>
            <a:ext cx="988848" cy="2108010"/>
          </a:xfrm>
          <a:custGeom>
            <a:avLst/>
            <a:gdLst/>
            <a:ahLst/>
            <a:cxnLst/>
            <a:rect r="r" b="b" t="t" l="l"/>
            <a:pathLst>
              <a:path h="2108010" w="988848">
                <a:moveTo>
                  <a:pt x="0" y="0"/>
                </a:moveTo>
                <a:lnTo>
                  <a:pt x="988848" y="0"/>
                </a:lnTo>
                <a:lnTo>
                  <a:pt x="988848" y="2108010"/>
                </a:lnTo>
                <a:lnTo>
                  <a:pt x="0" y="210801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81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6119" y="-5456619"/>
            <a:ext cx="21200238" cy="21200238"/>
          </a:xfrm>
          <a:custGeom>
            <a:avLst/>
            <a:gdLst/>
            <a:ahLst/>
            <a:cxnLst/>
            <a:rect r="r" b="b" t="t" l="l"/>
            <a:pathLst>
              <a:path h="21200238" w="21200238">
                <a:moveTo>
                  <a:pt x="0" y="0"/>
                </a:moveTo>
                <a:lnTo>
                  <a:pt x="21200238" y="0"/>
                </a:lnTo>
                <a:lnTo>
                  <a:pt x="21200238" y="21200238"/>
                </a:lnTo>
                <a:lnTo>
                  <a:pt x="0" y="2120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4270323" cy="10287000"/>
            <a:chOff x="0" y="0"/>
            <a:chExt cx="19027098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0" t="3387" r="0" b="3387"/>
            <a:stretch>
              <a:fillRect/>
            </a:stretch>
          </p:blipFill>
          <p:spPr>
            <a:xfrm flipH="false" flipV="false">
              <a:off x="0" y="0"/>
              <a:ext cx="9450049" cy="6794500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5"/>
            <a:srcRect l="0" t="2024" r="0" b="2024"/>
            <a:stretch>
              <a:fillRect/>
            </a:stretch>
          </p:blipFill>
          <p:spPr>
            <a:xfrm flipH="false" flipV="false">
              <a:off x="9577049" y="0"/>
              <a:ext cx="9450049" cy="6794500"/>
            </a:xfrm>
            <a:prstGeom prst="rect">
              <a:avLst/>
            </a:prstGeom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6"/>
            <a:srcRect l="0" t="156" r="0" b="156"/>
            <a:stretch>
              <a:fillRect/>
            </a:stretch>
          </p:blipFill>
          <p:spPr>
            <a:xfrm flipH="false" flipV="false">
              <a:off x="0" y="6921500"/>
              <a:ext cx="9450049" cy="6794500"/>
            </a:xfrm>
            <a:prstGeom prst="rect">
              <a:avLst/>
            </a:prstGeom>
          </p:spPr>
        </p:pic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7"/>
            <a:srcRect l="0" t="2594" r="0" b="2594"/>
            <a:stretch>
              <a:fillRect/>
            </a:stretch>
          </p:blipFill>
          <p:spPr>
            <a:xfrm flipH="false" flipV="false">
              <a:off x="9577049" y="6921500"/>
              <a:ext cx="9450049" cy="6794500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0">
            <a:off x="14701219" y="2743771"/>
            <a:ext cx="3168156" cy="7543229"/>
          </a:xfrm>
          <a:custGeom>
            <a:avLst/>
            <a:gdLst/>
            <a:ahLst/>
            <a:cxnLst/>
            <a:rect r="r" b="b" t="t" l="l"/>
            <a:pathLst>
              <a:path h="7543229" w="3168156">
                <a:moveTo>
                  <a:pt x="0" y="0"/>
                </a:moveTo>
                <a:lnTo>
                  <a:pt x="3168156" y="0"/>
                </a:lnTo>
                <a:lnTo>
                  <a:pt x="3168156" y="7543229"/>
                </a:lnTo>
                <a:lnTo>
                  <a:pt x="0" y="7543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6119" y="-5456619"/>
            <a:ext cx="21200238" cy="21200238"/>
          </a:xfrm>
          <a:custGeom>
            <a:avLst/>
            <a:gdLst/>
            <a:ahLst/>
            <a:cxnLst/>
            <a:rect r="r" b="b" t="t" l="l"/>
            <a:pathLst>
              <a:path h="21200238" w="21200238">
                <a:moveTo>
                  <a:pt x="0" y="0"/>
                </a:moveTo>
                <a:lnTo>
                  <a:pt x="21200238" y="0"/>
                </a:lnTo>
                <a:lnTo>
                  <a:pt x="21200238" y="21200238"/>
                </a:lnTo>
                <a:lnTo>
                  <a:pt x="0" y="2120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9769" y="4477318"/>
            <a:ext cx="2841463" cy="5809682"/>
          </a:xfrm>
          <a:custGeom>
            <a:avLst/>
            <a:gdLst/>
            <a:ahLst/>
            <a:cxnLst/>
            <a:rect r="r" b="b" t="t" l="l"/>
            <a:pathLst>
              <a:path h="5809682" w="2841463">
                <a:moveTo>
                  <a:pt x="0" y="0"/>
                </a:moveTo>
                <a:lnTo>
                  <a:pt x="2841463" y="0"/>
                </a:lnTo>
                <a:lnTo>
                  <a:pt x="2841463" y="5809682"/>
                </a:lnTo>
                <a:lnTo>
                  <a:pt x="0" y="5809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02590" y="284900"/>
            <a:ext cx="7038482" cy="4824766"/>
          </a:xfrm>
          <a:custGeom>
            <a:avLst/>
            <a:gdLst/>
            <a:ahLst/>
            <a:cxnLst/>
            <a:rect r="r" b="b" t="t" l="l"/>
            <a:pathLst>
              <a:path h="4824766" w="7038482">
                <a:moveTo>
                  <a:pt x="0" y="0"/>
                </a:moveTo>
                <a:lnTo>
                  <a:pt x="7038482" y="0"/>
                </a:lnTo>
                <a:lnTo>
                  <a:pt x="7038482" y="4824766"/>
                </a:lnTo>
                <a:lnTo>
                  <a:pt x="0" y="4824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31" y="284900"/>
            <a:ext cx="7451840" cy="4858600"/>
          </a:xfrm>
          <a:custGeom>
            <a:avLst/>
            <a:gdLst/>
            <a:ahLst/>
            <a:cxnLst/>
            <a:rect r="r" b="b" t="t" l="l"/>
            <a:pathLst>
              <a:path h="4858600" w="7451840">
                <a:moveTo>
                  <a:pt x="0" y="0"/>
                </a:moveTo>
                <a:lnTo>
                  <a:pt x="7451840" y="0"/>
                </a:lnTo>
                <a:lnTo>
                  <a:pt x="7451840" y="4858600"/>
                </a:lnTo>
                <a:lnTo>
                  <a:pt x="0" y="4858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47919" y="5412453"/>
            <a:ext cx="6654671" cy="4874547"/>
          </a:xfrm>
          <a:custGeom>
            <a:avLst/>
            <a:gdLst/>
            <a:ahLst/>
            <a:cxnLst/>
            <a:rect r="r" b="b" t="t" l="l"/>
            <a:pathLst>
              <a:path h="4874547" w="6654671">
                <a:moveTo>
                  <a:pt x="0" y="0"/>
                </a:moveTo>
                <a:lnTo>
                  <a:pt x="6654671" y="0"/>
                </a:lnTo>
                <a:lnTo>
                  <a:pt x="6654671" y="4874547"/>
                </a:lnTo>
                <a:lnTo>
                  <a:pt x="0" y="4874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78392" y="5412453"/>
            <a:ext cx="8158433" cy="4585039"/>
          </a:xfrm>
          <a:custGeom>
            <a:avLst/>
            <a:gdLst/>
            <a:ahLst/>
            <a:cxnLst/>
            <a:rect r="r" b="b" t="t" l="l"/>
            <a:pathLst>
              <a:path h="4585039" w="8158433">
                <a:moveTo>
                  <a:pt x="0" y="0"/>
                </a:moveTo>
                <a:lnTo>
                  <a:pt x="8158433" y="0"/>
                </a:lnTo>
                <a:lnTo>
                  <a:pt x="8158433" y="4585040"/>
                </a:lnTo>
                <a:lnTo>
                  <a:pt x="0" y="45850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81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6119" y="-5456619"/>
            <a:ext cx="21200238" cy="21200238"/>
          </a:xfrm>
          <a:custGeom>
            <a:avLst/>
            <a:gdLst/>
            <a:ahLst/>
            <a:cxnLst/>
            <a:rect r="r" b="b" t="t" l="l"/>
            <a:pathLst>
              <a:path h="21200238" w="21200238">
                <a:moveTo>
                  <a:pt x="0" y="0"/>
                </a:moveTo>
                <a:lnTo>
                  <a:pt x="21200238" y="0"/>
                </a:lnTo>
                <a:lnTo>
                  <a:pt x="21200238" y="21200238"/>
                </a:lnTo>
                <a:lnTo>
                  <a:pt x="0" y="2120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4823" y="3107030"/>
            <a:ext cx="2167045" cy="7179970"/>
          </a:xfrm>
          <a:custGeom>
            <a:avLst/>
            <a:gdLst/>
            <a:ahLst/>
            <a:cxnLst/>
            <a:rect r="r" b="b" t="t" l="l"/>
            <a:pathLst>
              <a:path h="7179970" w="2167045">
                <a:moveTo>
                  <a:pt x="2167046" y="0"/>
                </a:moveTo>
                <a:lnTo>
                  <a:pt x="0" y="0"/>
                </a:lnTo>
                <a:lnTo>
                  <a:pt x="0" y="7179970"/>
                </a:lnTo>
                <a:lnTo>
                  <a:pt x="2167046" y="7179970"/>
                </a:lnTo>
                <a:lnTo>
                  <a:pt x="21670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67045" y="0"/>
            <a:ext cx="11189520" cy="4557424"/>
          </a:xfrm>
          <a:custGeom>
            <a:avLst/>
            <a:gdLst/>
            <a:ahLst/>
            <a:cxnLst/>
            <a:rect r="r" b="b" t="t" l="l"/>
            <a:pathLst>
              <a:path h="4557424" w="11189520">
                <a:moveTo>
                  <a:pt x="0" y="0"/>
                </a:moveTo>
                <a:lnTo>
                  <a:pt x="11189521" y="0"/>
                </a:lnTo>
                <a:lnTo>
                  <a:pt x="11189521" y="4557424"/>
                </a:lnTo>
                <a:lnTo>
                  <a:pt x="0" y="45574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960" r="0" b="-1110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67045" y="5091183"/>
            <a:ext cx="7397857" cy="4912640"/>
          </a:xfrm>
          <a:custGeom>
            <a:avLst/>
            <a:gdLst/>
            <a:ahLst/>
            <a:cxnLst/>
            <a:rect r="r" b="b" t="t" l="l"/>
            <a:pathLst>
              <a:path h="4912640" w="7397857">
                <a:moveTo>
                  <a:pt x="0" y="0"/>
                </a:moveTo>
                <a:lnTo>
                  <a:pt x="7397858" y="0"/>
                </a:lnTo>
                <a:lnTo>
                  <a:pt x="7397858" y="4912640"/>
                </a:lnTo>
                <a:lnTo>
                  <a:pt x="0" y="4912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43945" y="4769689"/>
            <a:ext cx="6625242" cy="2777815"/>
          </a:xfrm>
          <a:custGeom>
            <a:avLst/>
            <a:gdLst/>
            <a:ahLst/>
            <a:cxnLst/>
            <a:rect r="r" b="b" t="t" l="l"/>
            <a:pathLst>
              <a:path h="2777815" w="6625242">
                <a:moveTo>
                  <a:pt x="0" y="0"/>
                </a:moveTo>
                <a:lnTo>
                  <a:pt x="6625242" y="0"/>
                </a:lnTo>
                <a:lnTo>
                  <a:pt x="6625242" y="2777814"/>
                </a:lnTo>
                <a:lnTo>
                  <a:pt x="0" y="27778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3415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43945" y="7547503"/>
            <a:ext cx="6625242" cy="2739497"/>
          </a:xfrm>
          <a:custGeom>
            <a:avLst/>
            <a:gdLst/>
            <a:ahLst/>
            <a:cxnLst/>
            <a:rect r="r" b="b" t="t" l="l"/>
            <a:pathLst>
              <a:path h="2739497" w="6625242">
                <a:moveTo>
                  <a:pt x="0" y="0"/>
                </a:moveTo>
                <a:lnTo>
                  <a:pt x="6625242" y="0"/>
                </a:lnTo>
                <a:lnTo>
                  <a:pt x="6625242" y="2739497"/>
                </a:lnTo>
                <a:lnTo>
                  <a:pt x="0" y="27394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175" r="0" b="-5495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93063" y="183844"/>
            <a:ext cx="4373580" cy="4373580"/>
          </a:xfrm>
          <a:custGeom>
            <a:avLst/>
            <a:gdLst/>
            <a:ahLst/>
            <a:cxnLst/>
            <a:rect r="r" b="b" t="t" l="l"/>
            <a:pathLst>
              <a:path h="4373580" w="4373580">
                <a:moveTo>
                  <a:pt x="0" y="0"/>
                </a:moveTo>
                <a:lnTo>
                  <a:pt x="4373580" y="0"/>
                </a:lnTo>
                <a:lnTo>
                  <a:pt x="4373580" y="4373580"/>
                </a:lnTo>
                <a:lnTo>
                  <a:pt x="0" y="4373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6119" y="-5456619"/>
            <a:ext cx="21200238" cy="21200238"/>
          </a:xfrm>
          <a:custGeom>
            <a:avLst/>
            <a:gdLst/>
            <a:ahLst/>
            <a:cxnLst/>
            <a:rect r="r" b="b" t="t" l="l"/>
            <a:pathLst>
              <a:path h="21200238" w="21200238">
                <a:moveTo>
                  <a:pt x="0" y="0"/>
                </a:moveTo>
                <a:lnTo>
                  <a:pt x="21200238" y="0"/>
                </a:lnTo>
                <a:lnTo>
                  <a:pt x="21200238" y="21200238"/>
                </a:lnTo>
                <a:lnTo>
                  <a:pt x="0" y="2120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471703" y="3964191"/>
            <a:ext cx="1919835" cy="6322809"/>
          </a:xfrm>
          <a:custGeom>
            <a:avLst/>
            <a:gdLst/>
            <a:ahLst/>
            <a:cxnLst/>
            <a:rect r="r" b="b" t="t" l="l"/>
            <a:pathLst>
              <a:path h="6322809" w="1919835">
                <a:moveTo>
                  <a:pt x="1919834" y="0"/>
                </a:moveTo>
                <a:lnTo>
                  <a:pt x="0" y="0"/>
                </a:lnTo>
                <a:lnTo>
                  <a:pt x="0" y="6322809"/>
                </a:lnTo>
                <a:lnTo>
                  <a:pt x="1919834" y="6322809"/>
                </a:lnTo>
                <a:lnTo>
                  <a:pt x="19198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0184" y="5143500"/>
            <a:ext cx="7134532" cy="4941231"/>
          </a:xfrm>
          <a:custGeom>
            <a:avLst/>
            <a:gdLst/>
            <a:ahLst/>
            <a:cxnLst/>
            <a:rect r="r" b="b" t="t" l="l"/>
            <a:pathLst>
              <a:path h="4941231" w="7134532">
                <a:moveTo>
                  <a:pt x="0" y="0"/>
                </a:moveTo>
                <a:lnTo>
                  <a:pt x="7134532" y="0"/>
                </a:lnTo>
                <a:lnTo>
                  <a:pt x="7134532" y="4941231"/>
                </a:lnTo>
                <a:lnTo>
                  <a:pt x="0" y="49412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67554" y="223267"/>
            <a:ext cx="4704149" cy="4704149"/>
          </a:xfrm>
          <a:custGeom>
            <a:avLst/>
            <a:gdLst/>
            <a:ahLst/>
            <a:cxnLst/>
            <a:rect r="r" b="b" t="t" l="l"/>
            <a:pathLst>
              <a:path h="4704149" w="4704149">
                <a:moveTo>
                  <a:pt x="0" y="0"/>
                </a:moveTo>
                <a:lnTo>
                  <a:pt x="4704149" y="0"/>
                </a:lnTo>
                <a:lnTo>
                  <a:pt x="4704149" y="4704149"/>
                </a:lnTo>
                <a:lnTo>
                  <a:pt x="0" y="47041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0184" y="223267"/>
            <a:ext cx="11301259" cy="4704149"/>
          </a:xfrm>
          <a:custGeom>
            <a:avLst/>
            <a:gdLst/>
            <a:ahLst/>
            <a:cxnLst/>
            <a:rect r="r" b="b" t="t" l="l"/>
            <a:pathLst>
              <a:path h="4704149" w="11301259">
                <a:moveTo>
                  <a:pt x="0" y="0"/>
                </a:moveTo>
                <a:lnTo>
                  <a:pt x="11301259" y="0"/>
                </a:lnTo>
                <a:lnTo>
                  <a:pt x="11301259" y="4704149"/>
                </a:lnTo>
                <a:lnTo>
                  <a:pt x="0" y="47041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01360" y="5185820"/>
            <a:ext cx="7400167" cy="4898910"/>
          </a:xfrm>
          <a:custGeom>
            <a:avLst/>
            <a:gdLst/>
            <a:ahLst/>
            <a:cxnLst/>
            <a:rect r="r" b="b" t="t" l="l"/>
            <a:pathLst>
              <a:path h="4898910" w="7400167">
                <a:moveTo>
                  <a:pt x="0" y="0"/>
                </a:moveTo>
                <a:lnTo>
                  <a:pt x="7400166" y="0"/>
                </a:lnTo>
                <a:lnTo>
                  <a:pt x="7400166" y="4898911"/>
                </a:lnTo>
                <a:lnTo>
                  <a:pt x="0" y="48989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8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6119" y="-5456619"/>
            <a:ext cx="21200238" cy="21200238"/>
          </a:xfrm>
          <a:custGeom>
            <a:avLst/>
            <a:gdLst/>
            <a:ahLst/>
            <a:cxnLst/>
            <a:rect r="r" b="b" t="t" l="l"/>
            <a:pathLst>
              <a:path h="21200238" w="21200238">
                <a:moveTo>
                  <a:pt x="0" y="0"/>
                </a:moveTo>
                <a:lnTo>
                  <a:pt x="21200238" y="0"/>
                </a:lnTo>
                <a:lnTo>
                  <a:pt x="21200238" y="21200238"/>
                </a:lnTo>
                <a:lnTo>
                  <a:pt x="0" y="2120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5746" y="4556385"/>
            <a:ext cx="2208892" cy="5730615"/>
          </a:xfrm>
          <a:custGeom>
            <a:avLst/>
            <a:gdLst/>
            <a:ahLst/>
            <a:cxnLst/>
            <a:rect r="r" b="b" t="t" l="l"/>
            <a:pathLst>
              <a:path h="5730615" w="2208892">
                <a:moveTo>
                  <a:pt x="0" y="0"/>
                </a:moveTo>
                <a:lnTo>
                  <a:pt x="2208892" y="0"/>
                </a:lnTo>
                <a:lnTo>
                  <a:pt x="2208892" y="5730615"/>
                </a:lnTo>
                <a:lnTo>
                  <a:pt x="0" y="5730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08889" y="4873407"/>
            <a:ext cx="10280551" cy="5096570"/>
          </a:xfrm>
          <a:custGeom>
            <a:avLst/>
            <a:gdLst/>
            <a:ahLst/>
            <a:cxnLst/>
            <a:rect r="r" b="b" t="t" l="l"/>
            <a:pathLst>
              <a:path h="5096570" w="10280551">
                <a:moveTo>
                  <a:pt x="0" y="0"/>
                </a:moveTo>
                <a:lnTo>
                  <a:pt x="10280551" y="0"/>
                </a:lnTo>
                <a:lnTo>
                  <a:pt x="10280551" y="5096570"/>
                </a:lnTo>
                <a:lnTo>
                  <a:pt x="0" y="50965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383" r="0" b="-1041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33146" y="232130"/>
            <a:ext cx="7012306" cy="4324255"/>
          </a:xfrm>
          <a:custGeom>
            <a:avLst/>
            <a:gdLst/>
            <a:ahLst/>
            <a:cxnLst/>
            <a:rect r="r" b="b" t="t" l="l"/>
            <a:pathLst>
              <a:path h="4324255" w="7012306">
                <a:moveTo>
                  <a:pt x="0" y="0"/>
                </a:moveTo>
                <a:lnTo>
                  <a:pt x="7012306" y="0"/>
                </a:lnTo>
                <a:lnTo>
                  <a:pt x="7012306" y="4324255"/>
                </a:lnTo>
                <a:lnTo>
                  <a:pt x="0" y="43242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90683" y="232130"/>
            <a:ext cx="4324255" cy="4324255"/>
          </a:xfrm>
          <a:custGeom>
            <a:avLst/>
            <a:gdLst/>
            <a:ahLst/>
            <a:cxnLst/>
            <a:rect r="r" b="b" t="t" l="l"/>
            <a:pathLst>
              <a:path h="4324255" w="4324255">
                <a:moveTo>
                  <a:pt x="0" y="0"/>
                </a:moveTo>
                <a:lnTo>
                  <a:pt x="4324255" y="0"/>
                </a:lnTo>
                <a:lnTo>
                  <a:pt x="4324255" y="4324255"/>
                </a:lnTo>
                <a:lnTo>
                  <a:pt x="0" y="43242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62588" y="232130"/>
            <a:ext cx="4324255" cy="4324255"/>
          </a:xfrm>
          <a:custGeom>
            <a:avLst/>
            <a:gdLst/>
            <a:ahLst/>
            <a:cxnLst/>
            <a:rect r="r" b="b" t="t" l="l"/>
            <a:pathLst>
              <a:path h="4324255" w="4324255">
                <a:moveTo>
                  <a:pt x="0" y="0"/>
                </a:moveTo>
                <a:lnTo>
                  <a:pt x="4324256" y="0"/>
                </a:lnTo>
                <a:lnTo>
                  <a:pt x="4324256" y="4324255"/>
                </a:lnTo>
                <a:lnTo>
                  <a:pt x="0" y="43242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81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56119" y="-5456619"/>
            <a:ext cx="21200238" cy="21200238"/>
          </a:xfrm>
          <a:custGeom>
            <a:avLst/>
            <a:gdLst/>
            <a:ahLst/>
            <a:cxnLst/>
            <a:rect r="r" b="b" t="t" l="l"/>
            <a:pathLst>
              <a:path h="21200238" w="21200238">
                <a:moveTo>
                  <a:pt x="0" y="0"/>
                </a:moveTo>
                <a:lnTo>
                  <a:pt x="21200238" y="0"/>
                </a:lnTo>
                <a:lnTo>
                  <a:pt x="21200238" y="21200238"/>
                </a:lnTo>
                <a:lnTo>
                  <a:pt x="0" y="2120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37006" y="4033450"/>
            <a:ext cx="1750994" cy="6253550"/>
          </a:xfrm>
          <a:custGeom>
            <a:avLst/>
            <a:gdLst/>
            <a:ahLst/>
            <a:cxnLst/>
            <a:rect r="r" b="b" t="t" l="l"/>
            <a:pathLst>
              <a:path h="6253550" w="1750994">
                <a:moveTo>
                  <a:pt x="0" y="0"/>
                </a:moveTo>
                <a:lnTo>
                  <a:pt x="1750994" y="0"/>
                </a:lnTo>
                <a:lnTo>
                  <a:pt x="1750994" y="6253550"/>
                </a:lnTo>
                <a:lnTo>
                  <a:pt x="0" y="6253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833" y="598213"/>
            <a:ext cx="4351834" cy="3623100"/>
          </a:xfrm>
          <a:custGeom>
            <a:avLst/>
            <a:gdLst/>
            <a:ahLst/>
            <a:cxnLst/>
            <a:rect r="r" b="b" t="t" l="l"/>
            <a:pathLst>
              <a:path h="3623100" w="4351834">
                <a:moveTo>
                  <a:pt x="0" y="0"/>
                </a:moveTo>
                <a:lnTo>
                  <a:pt x="4351834" y="0"/>
                </a:lnTo>
                <a:lnTo>
                  <a:pt x="4351834" y="3623100"/>
                </a:lnTo>
                <a:lnTo>
                  <a:pt x="0" y="3623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2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07839" y="4733345"/>
            <a:ext cx="8104442" cy="4853759"/>
          </a:xfrm>
          <a:custGeom>
            <a:avLst/>
            <a:gdLst/>
            <a:ahLst/>
            <a:cxnLst/>
            <a:rect r="r" b="b" t="t" l="l"/>
            <a:pathLst>
              <a:path h="4853759" w="8104442">
                <a:moveTo>
                  <a:pt x="0" y="0"/>
                </a:moveTo>
                <a:lnTo>
                  <a:pt x="8104442" y="0"/>
                </a:lnTo>
                <a:lnTo>
                  <a:pt x="8104442" y="4853760"/>
                </a:lnTo>
                <a:lnTo>
                  <a:pt x="0" y="4853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95264" y="598213"/>
            <a:ext cx="5838023" cy="3623100"/>
          </a:xfrm>
          <a:custGeom>
            <a:avLst/>
            <a:gdLst/>
            <a:ahLst/>
            <a:cxnLst/>
            <a:rect r="r" b="b" t="t" l="l"/>
            <a:pathLst>
              <a:path h="3623100" w="5838023">
                <a:moveTo>
                  <a:pt x="0" y="0"/>
                </a:moveTo>
                <a:lnTo>
                  <a:pt x="5838023" y="0"/>
                </a:lnTo>
                <a:lnTo>
                  <a:pt x="5838023" y="3623100"/>
                </a:lnTo>
                <a:lnTo>
                  <a:pt x="0" y="36231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3" t="0" r="-103" b="-798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14736" y="679611"/>
            <a:ext cx="4722270" cy="3541702"/>
          </a:xfrm>
          <a:custGeom>
            <a:avLst/>
            <a:gdLst/>
            <a:ahLst/>
            <a:cxnLst/>
            <a:rect r="r" b="b" t="t" l="l"/>
            <a:pathLst>
              <a:path h="3541702" w="4722270">
                <a:moveTo>
                  <a:pt x="0" y="0"/>
                </a:moveTo>
                <a:lnTo>
                  <a:pt x="4722270" y="0"/>
                </a:lnTo>
                <a:lnTo>
                  <a:pt x="4722270" y="3541702"/>
                </a:lnTo>
                <a:lnTo>
                  <a:pt x="0" y="35417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8917" y="4483037"/>
            <a:ext cx="5715521" cy="5354376"/>
          </a:xfrm>
          <a:custGeom>
            <a:avLst/>
            <a:gdLst/>
            <a:ahLst/>
            <a:cxnLst/>
            <a:rect r="r" b="b" t="t" l="l"/>
            <a:pathLst>
              <a:path h="5354376" w="5715521">
                <a:moveTo>
                  <a:pt x="0" y="0"/>
                </a:moveTo>
                <a:lnTo>
                  <a:pt x="5715521" y="0"/>
                </a:lnTo>
                <a:lnTo>
                  <a:pt x="5715521" y="5354376"/>
                </a:lnTo>
                <a:lnTo>
                  <a:pt x="0" y="53543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DAG5haXDI9w</dc:identifier>
  <dcterms:modified xsi:type="dcterms:W3CDTF">2011-08-01T06:04:30Z</dcterms:modified>
  <cp:revision>1</cp:revision>
  <dc:title>Как это работает</dc:title>
</cp:coreProperties>
</file>