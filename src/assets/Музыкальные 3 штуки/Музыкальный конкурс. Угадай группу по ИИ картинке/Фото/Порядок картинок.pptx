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3" r:id="rId3"/>
    <p:sldId id="261" r:id="rId4"/>
    <p:sldId id="258" r:id="rId5"/>
    <p:sldId id="270" r:id="rId6"/>
    <p:sldId id="275" r:id="rId7"/>
    <p:sldId id="256" r:id="rId8"/>
    <p:sldId id="257" r:id="rId9"/>
    <p:sldId id="279" r:id="rId10"/>
    <p:sldId id="259" r:id="rId11"/>
    <p:sldId id="260" r:id="rId12"/>
    <p:sldId id="263" r:id="rId13"/>
    <p:sldId id="264" r:id="rId14"/>
    <p:sldId id="265" r:id="rId15"/>
    <p:sldId id="267" r:id="rId16"/>
    <p:sldId id="268" r:id="rId17"/>
    <p:sldId id="269" r:id="rId18"/>
    <p:sldId id="278" r:id="rId19"/>
    <p:sldId id="274" r:id="rId20"/>
    <p:sldId id="262" r:id="rId21"/>
    <p:sldId id="272" r:id="rId22"/>
    <p:sldId id="277" r:id="rId23"/>
    <p:sldId id="271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24" autoAdjust="0"/>
    <p:restoredTop sz="94660"/>
  </p:normalViewPr>
  <p:slideViewPr>
    <p:cSldViewPr snapToGrid="0">
      <p:cViewPr varScale="1">
        <p:scale>
          <a:sx n="43" d="100"/>
          <a:sy n="43" d="100"/>
        </p:scale>
        <p:origin x="67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4FFBD-456B-4EF2-BEAD-DBCB54DF4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2D233B-3590-48F5-AC12-A2C1E63BB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06A850-8110-4EBB-A605-8D743241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612D09-41D8-4F89-9E8E-45236C29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3DF5E-174C-4963-9FB3-6D8283EE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4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FD032-EB41-4738-A25D-1EC17104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3F689-3421-47DC-998A-ADC961EE8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3906D5-7141-4C9D-A1AE-5B3A70D5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FF5BFB-4725-4258-84E6-C5982E7E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4C9C8F-9DDE-4F14-910D-AEFB0337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8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9E1C6B-5373-4C2D-83F0-82B443E8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5F8A85-1840-4126-986C-59E52C2AD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A24DC2-572A-4C0A-B31B-3515FDA3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2CC264-D312-4975-922C-BB027D61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2E62BE-0A97-4722-A217-CEE7E3A7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3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41596-191F-42FF-BA68-0270C99B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50EC8B-EAB2-4A57-9387-64D0B8CC1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D356E7-0BAF-4A97-9DCA-21DC00649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1CF85D-55AB-4C49-A1F6-74CCEBD5D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E9E9BE-F14C-40DB-A53D-19903347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F4A55C-5F31-45F9-BA5E-4F148D11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3EFA08-C803-46AD-8795-2C381B03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DB99E9-220B-4A29-B312-4B49A37BC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550F0F-3A86-4878-9952-475B2E577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2AD178-C837-44B8-BAE7-CE1C21C50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AD2E06-3114-43BA-8C42-81494461D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B4C27CC-6209-4477-B689-0D97D3E1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676487B-36F8-433B-BEF3-47A54938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D6EB31-E6BA-427B-9E65-AC0B3A04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17A58-1CF3-4B88-A460-093E2024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A33475-E937-4234-87D9-A2D17A30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F44A61-D696-4647-B13A-591595BA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1DDAA3-FFD0-47DC-90F2-9AF69F94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6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855F52-48A6-4DAB-B308-064FCDB6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0498D88-3B87-42F0-8E8A-B107F9D76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DDB893-2380-40A3-BC6D-43E34E3A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3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9FBAC-BFDC-49DE-AA31-EF197418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098CDD-6C9C-4771-B7ED-B0290D5D3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861B91-71EA-488D-AECD-5FD7AF53A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4B9101-3AC4-4C2C-961E-9C260DED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54BC7D-9180-46F7-BF93-B4F9C21D9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A30FC7-A6DA-4772-9CCB-16FAF735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6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B22B4-EBD6-4A22-A6AB-311D1DA9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4579450-7007-44F2-881F-568C0A620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57094C-A5FD-42BE-A52B-D39DCFEC6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9329C3-D892-4251-B4AE-C768653E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A6279B-90BE-4149-BAA8-C84FA225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DD3ED9-0078-4B5C-A7ED-2B057682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8A9D6-6F9A-4DF1-9BB0-933BFD37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9BD2A2-2FE4-43A5-A9C3-446FE55D5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31EC6D-7F7F-4DBA-A605-7301F24D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4E4613-5241-4593-A806-4B23B5A53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BB0B01-3244-4B83-A0F3-E1322513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1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930180-3672-496F-9244-249B0A792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2D1C91-8413-4BED-A544-E631770FE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5D8372-C4E9-4855-8A0D-70DA10FA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309613-C9A4-4F4A-9F40-02E8D2EC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71BD33-BC03-4562-9997-5FAADD3E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5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714B4-DE95-4AE2-8B36-A49683DF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7C863E-EF73-48C0-BA44-0AB60042A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987375-7B13-4A18-B2C8-63898BA97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64A74-F7EF-432A-BCE4-E1F4183AE11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C1CA09-C548-4665-8AE9-A5E8CED82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C0CC50-BB72-4AFD-8807-CB3DB14A6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0121B-AD1F-4B3B-82EB-CD2CB618E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4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F90F1C-8D55-41CB-9748-AD5788E8F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140" y="0"/>
            <a:ext cx="4607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64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9AF58B-8F16-4AD9-A1C6-6C243BB28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140" y="0"/>
            <a:ext cx="4607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0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0DD49F-2B2C-434E-9FC0-4A5164E72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447" y="0"/>
            <a:ext cx="4575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200085-25B4-46BC-9327-DE03DB3AA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447" y="0"/>
            <a:ext cx="4575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041B00-6B79-41BB-95FB-EC3B7173E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3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4F38B6-F062-4E8E-A66E-7173DE13F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539" y="0"/>
            <a:ext cx="4750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3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2FA2B3-89C0-407A-8118-D41B7A9DE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36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68D242-A0AC-47E3-B76C-CE63F56F8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4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276519-1A3F-45FF-903D-9F5058B7F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76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570FB2-31DB-468B-BAF4-AE1D0D960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02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934925-8F45-466D-A2FF-50CCB6B9C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90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155B94-8AAE-415B-B674-30B786C64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99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819814-7072-4A61-B866-B506CE506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08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92FF5-5DA7-4DB8-ADB5-7F576BFB7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60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402A6D-9E93-488B-84AF-1ACD5DD24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86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B21BA6-3A76-42C4-AE11-FBA5614D0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059" y="0"/>
            <a:ext cx="7649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72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E00E39-E189-4333-8415-611CE70A4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86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A49CE1-EDBA-47B3-B529-D1D063D11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14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2EB5CE-BC93-452C-B400-6B9857833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85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CA615E-F5CD-4621-AB45-EB09E7EB2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90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27BCCC-03D3-4C0E-A75A-6EB7DCED4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21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919C01-6BC2-45B3-B7FE-16C70D394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87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DB4CDD-0A6E-4F12-8590-6E6CDEA69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044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E7E55F-B1F5-4D85-806F-82776C13C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29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Широкоэкранный</PresentationFormat>
  <Paragraphs>0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Aliona Konovalenko</dc:creator>
  <cp:lastModifiedBy>Aliona Konovalenko</cp:lastModifiedBy>
  <cp:revision>3</cp:revision>
  <dcterms:created xsi:type="dcterms:W3CDTF">2025-11-24T19:54:55Z</dcterms:created>
  <dcterms:modified xsi:type="dcterms:W3CDTF">2025-12-02T18:24:58Z</dcterms:modified>
</cp:coreProperties>
</file>