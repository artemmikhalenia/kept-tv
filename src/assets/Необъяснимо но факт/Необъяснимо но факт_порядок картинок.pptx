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Bryndan Write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nva Sans" panose="020B0604020202020204" charset="0"/>
      <p:regular r:id="rId26"/>
    </p:embeddedFont>
    <p:embeddedFont>
      <p:font typeface="Canva San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5.sv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5.sv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5.sv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svg"/><Relationship Id="rId7" Type="http://schemas.openxmlformats.org/officeDocument/2006/relationships/image" Target="../media/image3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svg"/><Relationship Id="rId7" Type="http://schemas.openxmlformats.org/officeDocument/2006/relationships/image" Target="../media/image3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svg"/><Relationship Id="rId7" Type="http://schemas.openxmlformats.org/officeDocument/2006/relationships/image" Target="../media/image3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svg"/><Relationship Id="rId7" Type="http://schemas.openxmlformats.org/officeDocument/2006/relationships/image" Target="../media/image3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svg"/><Relationship Id="rId7" Type="http://schemas.openxmlformats.org/officeDocument/2006/relationships/image" Target="../media/image3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svg"/><Relationship Id="rId7" Type="http://schemas.openxmlformats.org/officeDocument/2006/relationships/image" Target="../media/image3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svg"/><Relationship Id="rId7" Type="http://schemas.openxmlformats.org/officeDocument/2006/relationships/image" Target="../media/image3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svg"/><Relationship Id="rId7" Type="http://schemas.openxmlformats.org/officeDocument/2006/relationships/image" Target="../media/image3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svg"/><Relationship Id="rId7" Type="http://schemas.openxmlformats.org/officeDocument/2006/relationships/image" Target="../media/image3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D6A0DD-5EF4-464D-AE38-D9DC6A3EF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143" y="305405"/>
            <a:ext cx="14485714" cy="9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3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89599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61745">
            <a:off x="216810" y="556250"/>
            <a:ext cx="17989826" cy="9222164"/>
            <a:chOff x="0" y="0"/>
            <a:chExt cx="4738061" cy="2428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8061" cy="2428883"/>
            </a:xfrm>
            <a:custGeom>
              <a:avLst/>
              <a:gdLst/>
              <a:ahLst/>
              <a:cxnLst/>
              <a:rect l="l" t="t" r="r" b="b"/>
              <a:pathLst>
                <a:path w="4738061" h="2428883">
                  <a:moveTo>
                    <a:pt x="0" y="0"/>
                  </a:moveTo>
                  <a:lnTo>
                    <a:pt x="4738061" y="0"/>
                  </a:lnTo>
                  <a:lnTo>
                    <a:pt x="4738061" y="2428883"/>
                  </a:lnTo>
                  <a:lnTo>
                    <a:pt x="0" y="2428883"/>
                  </a:lnTo>
                  <a:close/>
                </a:path>
              </a:pathLst>
            </a:custGeom>
            <a:solidFill>
              <a:srgbClr val="FCBB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38061" cy="246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2166" y="847227"/>
            <a:ext cx="17235301" cy="8640210"/>
            <a:chOff x="0" y="0"/>
            <a:chExt cx="4539339" cy="22756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9338" cy="2275611"/>
            </a:xfrm>
            <a:custGeom>
              <a:avLst/>
              <a:gdLst/>
              <a:ahLst/>
              <a:cxnLst/>
              <a:rect l="l" t="t" r="r" b="b"/>
              <a:pathLst>
                <a:path w="4539338" h="2275611">
                  <a:moveTo>
                    <a:pt x="0" y="0"/>
                  </a:moveTo>
                  <a:lnTo>
                    <a:pt x="4539338" y="0"/>
                  </a:lnTo>
                  <a:lnTo>
                    <a:pt x="4539338" y="2275611"/>
                  </a:lnTo>
                  <a:lnTo>
                    <a:pt x="0" y="227561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39339" cy="2313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7515" y="2356184"/>
            <a:ext cx="6896463" cy="2488138"/>
            <a:chOff x="0" y="0"/>
            <a:chExt cx="1723203" cy="621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215181">
            <a:off x="15991261" y="1317821"/>
            <a:ext cx="2076726" cy="2076726"/>
          </a:xfrm>
          <a:custGeom>
            <a:avLst/>
            <a:gdLst/>
            <a:ahLst/>
            <a:cxnLst/>
            <a:rect l="l" t="t" r="r" b="b"/>
            <a:pathLst>
              <a:path w="2076726" h="2076726">
                <a:moveTo>
                  <a:pt x="0" y="0"/>
                </a:moveTo>
                <a:lnTo>
                  <a:pt x="2076726" y="0"/>
                </a:lnTo>
                <a:lnTo>
                  <a:pt x="2076726" y="2076726"/>
                </a:lnTo>
                <a:lnTo>
                  <a:pt x="0" y="2076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515526" y="7512433"/>
            <a:ext cx="2703942" cy="2774567"/>
          </a:xfrm>
          <a:custGeom>
            <a:avLst/>
            <a:gdLst/>
            <a:ahLst/>
            <a:cxnLst/>
            <a:rect l="l" t="t" r="r" b="b"/>
            <a:pathLst>
              <a:path w="2703942" h="2774567">
                <a:moveTo>
                  <a:pt x="0" y="0"/>
                </a:moveTo>
                <a:lnTo>
                  <a:pt x="2703942" y="0"/>
                </a:lnTo>
                <a:lnTo>
                  <a:pt x="2703942" y="2774567"/>
                </a:lnTo>
                <a:lnTo>
                  <a:pt x="0" y="2774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845094" y="2463056"/>
            <a:ext cx="686643" cy="696279"/>
            <a:chOff x="0" y="0"/>
            <a:chExt cx="812800" cy="8242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98104" y="2715945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Милиция задержала мужчину, катающегося по Беловежской пуще на самогонном аппарате 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031879" y="2508584"/>
            <a:ext cx="6896463" cy="2488138"/>
            <a:chOff x="0" y="0"/>
            <a:chExt cx="1723203" cy="6217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12467" y="3073609"/>
            <a:ext cx="4935287" cy="100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Салат "Оливье" получил статус временной валюты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12467" y="2463056"/>
            <a:ext cx="686643" cy="696279"/>
            <a:chOff x="0" y="0"/>
            <a:chExt cx="812800" cy="8242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17515" y="5994931"/>
            <a:ext cx="6896463" cy="2488138"/>
            <a:chOff x="0" y="0"/>
            <a:chExt cx="1723203" cy="62170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31879" y="5994931"/>
            <a:ext cx="6896463" cy="2488138"/>
            <a:chOff x="0" y="0"/>
            <a:chExt cx="1723203" cy="62170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00424" y="6354692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одной известной кофейне появился кофе с ароматом камней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811461" y="6101802"/>
            <a:ext cx="686643" cy="696279"/>
            <a:chOff x="0" y="0"/>
            <a:chExt cx="812800" cy="8242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12467" y="5994931"/>
            <a:ext cx="686643" cy="696279"/>
            <a:chOff x="0" y="0"/>
            <a:chExt cx="812800" cy="8242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914788" y="6595960"/>
            <a:ext cx="5130645" cy="112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Учёные доказали, что тараканы любят джаз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D55B9C-DDAA-4BEC-9994-9CC894CE6628}"/>
              </a:ext>
            </a:extLst>
          </p:cNvPr>
          <p:cNvSpPr txBox="1"/>
          <p:nvPr/>
        </p:nvSpPr>
        <p:spPr>
          <a:xfrm>
            <a:off x="8684851" y="8710927"/>
            <a:ext cx="2637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Проверить</a:t>
            </a:r>
            <a:endParaRPr lang="en-US" sz="1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01994E-33A4-461F-AA6D-B046E33E0011}"/>
              </a:ext>
            </a:extLst>
          </p:cNvPr>
          <p:cNvSpPr txBox="1"/>
          <p:nvPr/>
        </p:nvSpPr>
        <p:spPr>
          <a:xfrm>
            <a:off x="10693588" y="8705986"/>
            <a:ext cx="3853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Следующий вопрос</a:t>
            </a:r>
            <a:endParaRPr lang="en-US" sz="1400" b="1" dirty="0"/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40880FE6-ED08-41C8-AE33-55AD8C0410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7407" y="6498147"/>
            <a:ext cx="3133927" cy="31339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1456158" y="8150282"/>
            <a:ext cx="2912315" cy="2912315"/>
          </a:xfrm>
          <a:custGeom>
            <a:avLst/>
            <a:gdLst/>
            <a:ahLst/>
            <a:cxnLst/>
            <a:rect l="l" t="t" r="r" b="b"/>
            <a:pathLst>
              <a:path w="2912315" h="2912315">
                <a:moveTo>
                  <a:pt x="0" y="0"/>
                </a:moveTo>
                <a:lnTo>
                  <a:pt x="2912316" y="0"/>
                </a:lnTo>
                <a:lnTo>
                  <a:pt x="2912316" y="2912315"/>
                </a:lnTo>
                <a:lnTo>
                  <a:pt x="0" y="2912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04540">
            <a:off x="6394911" y="-410662"/>
            <a:ext cx="3230270" cy="2501991"/>
          </a:xfrm>
          <a:custGeom>
            <a:avLst/>
            <a:gdLst/>
            <a:ahLst/>
            <a:cxnLst/>
            <a:rect l="l" t="t" r="r" b="b"/>
            <a:pathLst>
              <a:path w="3230270" h="2501991">
                <a:moveTo>
                  <a:pt x="0" y="0"/>
                </a:moveTo>
                <a:lnTo>
                  <a:pt x="3230271" y="0"/>
                </a:lnTo>
                <a:lnTo>
                  <a:pt x="3230271" y="2501991"/>
                </a:lnTo>
                <a:lnTo>
                  <a:pt x="0" y="25019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7884">
            <a:off x="15632093" y="4102087"/>
            <a:ext cx="3254415" cy="2082826"/>
          </a:xfrm>
          <a:custGeom>
            <a:avLst/>
            <a:gdLst/>
            <a:ahLst/>
            <a:cxnLst/>
            <a:rect l="l" t="t" r="r" b="b"/>
            <a:pathLst>
              <a:path w="3254415" h="2082826">
                <a:moveTo>
                  <a:pt x="0" y="0"/>
                </a:moveTo>
                <a:lnTo>
                  <a:pt x="3254414" y="0"/>
                </a:lnTo>
                <a:lnTo>
                  <a:pt x="3254414" y="2082826"/>
                </a:lnTo>
                <a:lnTo>
                  <a:pt x="0" y="2082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84807" y="47718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33436" y="1940464"/>
            <a:ext cx="6021413" cy="198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Белорусский ёжик стал звездой TikTok и требует отдельный лес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353898" y="47718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84807" y="548214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353898" y="548214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453703" y="1611852"/>
            <a:ext cx="5519062" cy="263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Чемпионат мира по лежанию на диване признан олимпийским видом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84611" y="6476896"/>
            <a:ext cx="5519062" cy="263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Людей спаивают гуманоиды! – С какой целью? Астрономы сейчас это выясняют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3703" y="6616812"/>
            <a:ext cx="5519062" cy="198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Учёные выяснили, что чайки действительно смеются над людьми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41290" y="4251548"/>
            <a:ext cx="686643" cy="696279"/>
            <a:chOff x="0" y="0"/>
            <a:chExt cx="812800" cy="8242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110381" y="4251548"/>
            <a:ext cx="686643" cy="696279"/>
            <a:chOff x="0" y="0"/>
            <a:chExt cx="812800" cy="8242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41485" y="9258300"/>
            <a:ext cx="686643" cy="696279"/>
            <a:chOff x="0" y="0"/>
            <a:chExt cx="812800" cy="8242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110381" y="9258300"/>
            <a:ext cx="686643" cy="696279"/>
            <a:chOff x="0" y="0"/>
            <a:chExt cx="812800" cy="824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89599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61745">
            <a:off x="216809" y="554652"/>
            <a:ext cx="17989826" cy="9222164"/>
            <a:chOff x="0" y="0"/>
            <a:chExt cx="4738061" cy="2428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8061" cy="2428883"/>
            </a:xfrm>
            <a:custGeom>
              <a:avLst/>
              <a:gdLst/>
              <a:ahLst/>
              <a:cxnLst/>
              <a:rect l="l" t="t" r="r" b="b"/>
              <a:pathLst>
                <a:path w="4738061" h="2428883">
                  <a:moveTo>
                    <a:pt x="0" y="0"/>
                  </a:moveTo>
                  <a:lnTo>
                    <a:pt x="4738061" y="0"/>
                  </a:lnTo>
                  <a:lnTo>
                    <a:pt x="4738061" y="2428883"/>
                  </a:lnTo>
                  <a:lnTo>
                    <a:pt x="0" y="2428883"/>
                  </a:lnTo>
                  <a:close/>
                </a:path>
              </a:pathLst>
            </a:custGeom>
            <a:solidFill>
              <a:srgbClr val="FCBB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38061" cy="246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2166" y="847227"/>
            <a:ext cx="17235301" cy="8640210"/>
            <a:chOff x="0" y="0"/>
            <a:chExt cx="4539339" cy="22756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9338" cy="2275611"/>
            </a:xfrm>
            <a:custGeom>
              <a:avLst/>
              <a:gdLst/>
              <a:ahLst/>
              <a:cxnLst/>
              <a:rect l="l" t="t" r="r" b="b"/>
              <a:pathLst>
                <a:path w="4539338" h="2275611">
                  <a:moveTo>
                    <a:pt x="0" y="0"/>
                  </a:moveTo>
                  <a:lnTo>
                    <a:pt x="4539338" y="0"/>
                  </a:lnTo>
                  <a:lnTo>
                    <a:pt x="4539338" y="2275611"/>
                  </a:lnTo>
                  <a:lnTo>
                    <a:pt x="0" y="227561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39339" cy="2313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7515" y="1459057"/>
            <a:ext cx="6145435" cy="2704276"/>
            <a:chOff x="0" y="0"/>
            <a:chExt cx="1618551" cy="7122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8267" y="1323877"/>
            <a:ext cx="686643" cy="696279"/>
            <a:chOff x="0" y="0"/>
            <a:chExt cx="812800" cy="8242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24910" y="1650662"/>
            <a:ext cx="5130645" cy="222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Курс “Профессиональное ничегонеделание” набрал полный зал — сертификаты по лежанию раскупили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11722" y="1459057"/>
            <a:ext cx="6145435" cy="2704276"/>
            <a:chOff x="0" y="0"/>
            <a:chExt cx="1618551" cy="7122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06339" y="1924905"/>
            <a:ext cx="4935287" cy="167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spcBef>
                <a:spcPct val="0"/>
              </a:spcBef>
            </a:pPr>
            <a:r>
              <a:rPr lang="en-US" sz="312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Гродно прошёл митинг против слишком мягкого хлеба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28145" y="1323877"/>
            <a:ext cx="686643" cy="696279"/>
            <a:chOff x="0" y="0"/>
            <a:chExt cx="812800" cy="824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17515" y="5345042"/>
            <a:ext cx="6145435" cy="2704276"/>
            <a:chOff x="0" y="0"/>
            <a:chExt cx="1618551" cy="7122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024910" y="5637548"/>
            <a:ext cx="5130645" cy="222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Женщина потребовала вернуть деньги за билет в театр, потому что «актёры слишком громко дышали»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38267" y="5143500"/>
            <a:ext cx="686643" cy="696279"/>
            <a:chOff x="0" y="0"/>
            <a:chExt cx="812800" cy="8242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98945" y="5345042"/>
            <a:ext cx="6145435" cy="2704276"/>
            <a:chOff x="0" y="0"/>
            <a:chExt cx="1618551" cy="71223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28145" y="5143500"/>
            <a:ext cx="686643" cy="696279"/>
            <a:chOff x="0" y="0"/>
            <a:chExt cx="812800" cy="82420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806339" y="5536647"/>
            <a:ext cx="5130645" cy="222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ФБР ищет россиянина. Его подозревают в кибервымогательстве и в проживании в Барнауле</a:t>
            </a:r>
          </a:p>
        </p:txBody>
      </p:sp>
      <p:sp>
        <p:nvSpPr>
          <p:cNvPr id="42" name="Freeform 42"/>
          <p:cNvSpPr/>
          <p:nvPr/>
        </p:nvSpPr>
        <p:spPr>
          <a:xfrm>
            <a:off x="-1032630" y="4495319"/>
            <a:ext cx="2844091" cy="1499612"/>
          </a:xfrm>
          <a:custGeom>
            <a:avLst/>
            <a:gdLst/>
            <a:ahLst/>
            <a:cxnLst/>
            <a:rect l="l" t="t" r="r" b="b"/>
            <a:pathLst>
              <a:path w="2844091" h="1499612">
                <a:moveTo>
                  <a:pt x="0" y="0"/>
                </a:moveTo>
                <a:lnTo>
                  <a:pt x="2844091" y="0"/>
                </a:lnTo>
                <a:lnTo>
                  <a:pt x="2844091" y="1499612"/>
                </a:lnTo>
                <a:lnTo>
                  <a:pt x="0" y="1499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7080374" y="5994931"/>
            <a:ext cx="1474187" cy="1404498"/>
          </a:xfrm>
          <a:custGeom>
            <a:avLst/>
            <a:gdLst/>
            <a:ahLst/>
            <a:cxnLst/>
            <a:rect l="l" t="t" r="r" b="b"/>
            <a:pathLst>
              <a:path w="1474187" h="1404498">
                <a:moveTo>
                  <a:pt x="0" y="0"/>
                </a:moveTo>
                <a:lnTo>
                  <a:pt x="1474187" y="0"/>
                </a:lnTo>
                <a:lnTo>
                  <a:pt x="1474187" y="1404498"/>
                </a:lnTo>
                <a:lnTo>
                  <a:pt x="0" y="1404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H="1">
            <a:off x="16025972" y="291569"/>
            <a:ext cx="2262028" cy="2064615"/>
          </a:xfrm>
          <a:custGeom>
            <a:avLst/>
            <a:gdLst/>
            <a:ahLst/>
            <a:cxnLst/>
            <a:rect l="l" t="t" r="r" b="b"/>
            <a:pathLst>
              <a:path w="2262028" h="2064615">
                <a:moveTo>
                  <a:pt x="2262028" y="0"/>
                </a:moveTo>
                <a:lnTo>
                  <a:pt x="0" y="0"/>
                </a:lnTo>
                <a:lnTo>
                  <a:pt x="0" y="2064615"/>
                </a:lnTo>
                <a:lnTo>
                  <a:pt x="2262028" y="2064615"/>
                </a:lnTo>
                <a:lnTo>
                  <a:pt x="226202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89599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61745">
            <a:off x="216809" y="554652"/>
            <a:ext cx="17989826" cy="9222164"/>
            <a:chOff x="0" y="0"/>
            <a:chExt cx="4738061" cy="2428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8061" cy="2428883"/>
            </a:xfrm>
            <a:custGeom>
              <a:avLst/>
              <a:gdLst/>
              <a:ahLst/>
              <a:cxnLst/>
              <a:rect l="l" t="t" r="r" b="b"/>
              <a:pathLst>
                <a:path w="4738061" h="2428883">
                  <a:moveTo>
                    <a:pt x="0" y="0"/>
                  </a:moveTo>
                  <a:lnTo>
                    <a:pt x="4738061" y="0"/>
                  </a:lnTo>
                  <a:lnTo>
                    <a:pt x="4738061" y="2428883"/>
                  </a:lnTo>
                  <a:lnTo>
                    <a:pt x="0" y="2428883"/>
                  </a:lnTo>
                  <a:close/>
                </a:path>
              </a:pathLst>
            </a:custGeom>
            <a:solidFill>
              <a:srgbClr val="FCBB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38061" cy="246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2166" y="847227"/>
            <a:ext cx="17235301" cy="8640210"/>
            <a:chOff x="0" y="0"/>
            <a:chExt cx="4539339" cy="22756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9338" cy="2275611"/>
            </a:xfrm>
            <a:custGeom>
              <a:avLst/>
              <a:gdLst/>
              <a:ahLst/>
              <a:cxnLst/>
              <a:rect l="l" t="t" r="r" b="b"/>
              <a:pathLst>
                <a:path w="4539338" h="2275611">
                  <a:moveTo>
                    <a:pt x="0" y="0"/>
                  </a:moveTo>
                  <a:lnTo>
                    <a:pt x="4539338" y="0"/>
                  </a:lnTo>
                  <a:lnTo>
                    <a:pt x="4539338" y="2275611"/>
                  </a:lnTo>
                  <a:lnTo>
                    <a:pt x="0" y="227561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39339" cy="2313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7515" y="2356184"/>
            <a:ext cx="6896463" cy="2488138"/>
            <a:chOff x="0" y="0"/>
            <a:chExt cx="1723203" cy="621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215181">
            <a:off x="15991261" y="1317821"/>
            <a:ext cx="2076726" cy="2076726"/>
          </a:xfrm>
          <a:custGeom>
            <a:avLst/>
            <a:gdLst/>
            <a:ahLst/>
            <a:cxnLst/>
            <a:rect l="l" t="t" r="r" b="b"/>
            <a:pathLst>
              <a:path w="2076726" h="2076726">
                <a:moveTo>
                  <a:pt x="0" y="0"/>
                </a:moveTo>
                <a:lnTo>
                  <a:pt x="2076726" y="0"/>
                </a:lnTo>
                <a:lnTo>
                  <a:pt x="2076726" y="2076726"/>
                </a:lnTo>
                <a:lnTo>
                  <a:pt x="0" y="2076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515526" y="7512433"/>
            <a:ext cx="2703942" cy="2774567"/>
          </a:xfrm>
          <a:custGeom>
            <a:avLst/>
            <a:gdLst/>
            <a:ahLst/>
            <a:cxnLst/>
            <a:rect l="l" t="t" r="r" b="b"/>
            <a:pathLst>
              <a:path w="2703942" h="2774567">
                <a:moveTo>
                  <a:pt x="0" y="0"/>
                </a:moveTo>
                <a:lnTo>
                  <a:pt x="2703942" y="0"/>
                </a:lnTo>
                <a:lnTo>
                  <a:pt x="2703942" y="2774567"/>
                </a:lnTo>
                <a:lnTo>
                  <a:pt x="0" y="2774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845094" y="2463056"/>
            <a:ext cx="686643" cy="696279"/>
            <a:chOff x="0" y="0"/>
            <a:chExt cx="812800" cy="8242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98104" y="2715945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Фильм о пробке на МКАДе получил награду за лучшую драму в потоке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031879" y="2508584"/>
            <a:ext cx="6896463" cy="2488138"/>
            <a:chOff x="0" y="0"/>
            <a:chExt cx="1723203" cy="6217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12467" y="3073609"/>
            <a:ext cx="4935287" cy="150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Житель Уфы три дня искал свой телефон, который оказался в холодильнике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12467" y="2463056"/>
            <a:ext cx="686643" cy="696279"/>
            <a:chOff x="0" y="0"/>
            <a:chExt cx="812800" cy="8242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17515" y="5994931"/>
            <a:ext cx="6896463" cy="2488138"/>
            <a:chOff x="0" y="0"/>
            <a:chExt cx="1723203" cy="62170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31879" y="5994931"/>
            <a:ext cx="6896463" cy="2488138"/>
            <a:chOff x="0" y="0"/>
            <a:chExt cx="1723203" cy="62170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00424" y="6354692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пятницу Тюменская область передохнет от морозов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811461" y="6101802"/>
            <a:ext cx="686643" cy="696279"/>
            <a:chOff x="0" y="0"/>
            <a:chExt cx="812800" cy="8242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12467" y="5994931"/>
            <a:ext cx="686643" cy="696279"/>
            <a:chOff x="0" y="0"/>
            <a:chExt cx="812800" cy="8242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914788" y="6595960"/>
            <a:ext cx="5130645" cy="112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Полоцке открыли музей забытых вещей из маршруток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1456158" y="8150282"/>
            <a:ext cx="2912315" cy="2912315"/>
          </a:xfrm>
          <a:custGeom>
            <a:avLst/>
            <a:gdLst/>
            <a:ahLst/>
            <a:cxnLst/>
            <a:rect l="l" t="t" r="r" b="b"/>
            <a:pathLst>
              <a:path w="2912315" h="2912315">
                <a:moveTo>
                  <a:pt x="0" y="0"/>
                </a:moveTo>
                <a:lnTo>
                  <a:pt x="2912316" y="0"/>
                </a:lnTo>
                <a:lnTo>
                  <a:pt x="2912316" y="2912315"/>
                </a:lnTo>
                <a:lnTo>
                  <a:pt x="0" y="2912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04540">
            <a:off x="6394911" y="-410662"/>
            <a:ext cx="3230270" cy="2501991"/>
          </a:xfrm>
          <a:custGeom>
            <a:avLst/>
            <a:gdLst/>
            <a:ahLst/>
            <a:cxnLst/>
            <a:rect l="l" t="t" r="r" b="b"/>
            <a:pathLst>
              <a:path w="3230270" h="2501991">
                <a:moveTo>
                  <a:pt x="0" y="0"/>
                </a:moveTo>
                <a:lnTo>
                  <a:pt x="3230271" y="0"/>
                </a:lnTo>
                <a:lnTo>
                  <a:pt x="3230271" y="2501991"/>
                </a:lnTo>
                <a:lnTo>
                  <a:pt x="0" y="25019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7884">
            <a:off x="15632093" y="4102087"/>
            <a:ext cx="3254415" cy="2082826"/>
          </a:xfrm>
          <a:custGeom>
            <a:avLst/>
            <a:gdLst/>
            <a:ahLst/>
            <a:cxnLst/>
            <a:rect l="l" t="t" r="r" b="b"/>
            <a:pathLst>
              <a:path w="3254415" h="2082826">
                <a:moveTo>
                  <a:pt x="0" y="0"/>
                </a:moveTo>
                <a:lnTo>
                  <a:pt x="3254414" y="0"/>
                </a:lnTo>
                <a:lnTo>
                  <a:pt x="3254414" y="2082826"/>
                </a:lnTo>
                <a:lnTo>
                  <a:pt x="0" y="2082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84807" y="47718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41290" y="1283239"/>
            <a:ext cx="6021413" cy="3296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магазине игрушек Челябинска ребёнок отказался покупать куклу, потому что «она слишком счастливая»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353898" y="47718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84807" y="548214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353898" y="548214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453703" y="1611852"/>
            <a:ext cx="5519062" cy="198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На ВДНХ открылась никому не интересная автомобильная выставка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84611" y="6476896"/>
            <a:ext cx="5519062" cy="198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Сиднейская опера предложила вечер опер для собак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3703" y="6616812"/>
            <a:ext cx="5519062" cy="263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Сеть магазинов предлагает бонусные баллы за добрые жесты к кассиру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41290" y="4251548"/>
            <a:ext cx="686643" cy="696279"/>
            <a:chOff x="0" y="0"/>
            <a:chExt cx="812800" cy="8242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110381" y="4251548"/>
            <a:ext cx="686643" cy="696279"/>
            <a:chOff x="0" y="0"/>
            <a:chExt cx="812800" cy="8242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41485" y="9258300"/>
            <a:ext cx="686643" cy="696279"/>
            <a:chOff x="0" y="0"/>
            <a:chExt cx="812800" cy="8242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110381" y="9258300"/>
            <a:ext cx="686643" cy="696279"/>
            <a:chOff x="0" y="0"/>
            <a:chExt cx="812800" cy="824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89599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61745">
            <a:off x="216809" y="554652"/>
            <a:ext cx="17989826" cy="9222164"/>
            <a:chOff x="0" y="0"/>
            <a:chExt cx="4738061" cy="2428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8061" cy="2428883"/>
            </a:xfrm>
            <a:custGeom>
              <a:avLst/>
              <a:gdLst/>
              <a:ahLst/>
              <a:cxnLst/>
              <a:rect l="l" t="t" r="r" b="b"/>
              <a:pathLst>
                <a:path w="4738061" h="2428883">
                  <a:moveTo>
                    <a:pt x="0" y="0"/>
                  </a:moveTo>
                  <a:lnTo>
                    <a:pt x="4738061" y="0"/>
                  </a:lnTo>
                  <a:lnTo>
                    <a:pt x="4738061" y="2428883"/>
                  </a:lnTo>
                  <a:lnTo>
                    <a:pt x="0" y="2428883"/>
                  </a:lnTo>
                  <a:close/>
                </a:path>
              </a:pathLst>
            </a:custGeom>
            <a:solidFill>
              <a:srgbClr val="FCBB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38061" cy="246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2166" y="847227"/>
            <a:ext cx="17235301" cy="8640210"/>
            <a:chOff x="0" y="0"/>
            <a:chExt cx="4539339" cy="22756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9338" cy="2275611"/>
            </a:xfrm>
            <a:custGeom>
              <a:avLst/>
              <a:gdLst/>
              <a:ahLst/>
              <a:cxnLst/>
              <a:rect l="l" t="t" r="r" b="b"/>
              <a:pathLst>
                <a:path w="4539338" h="2275611">
                  <a:moveTo>
                    <a:pt x="0" y="0"/>
                  </a:moveTo>
                  <a:lnTo>
                    <a:pt x="4539338" y="0"/>
                  </a:lnTo>
                  <a:lnTo>
                    <a:pt x="4539338" y="2275611"/>
                  </a:lnTo>
                  <a:lnTo>
                    <a:pt x="0" y="227561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39339" cy="2313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7515" y="1459057"/>
            <a:ext cx="6145435" cy="2704276"/>
            <a:chOff x="0" y="0"/>
            <a:chExt cx="1618551" cy="7122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8267" y="1323877"/>
            <a:ext cx="686643" cy="696279"/>
            <a:chOff x="0" y="0"/>
            <a:chExt cx="812800" cy="8242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24910" y="2201123"/>
            <a:ext cx="5130645" cy="112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штате Невада запретили скучать по понедельникам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11722" y="1459057"/>
            <a:ext cx="6145435" cy="2704276"/>
            <a:chOff x="0" y="0"/>
            <a:chExt cx="1618551" cy="7122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06339" y="1924905"/>
            <a:ext cx="4935287" cy="167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spcBef>
                <a:spcPct val="0"/>
              </a:spcBef>
            </a:pPr>
            <a:r>
              <a:rPr lang="en-US" sz="312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Вене мужчина пытался зарегистрировать себя как домашнее животное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28145" y="1323877"/>
            <a:ext cx="686643" cy="696279"/>
            <a:chOff x="0" y="0"/>
            <a:chExt cx="812800" cy="824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17515" y="5345042"/>
            <a:ext cx="6145435" cy="2704276"/>
            <a:chOff x="0" y="0"/>
            <a:chExt cx="1618551" cy="7122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024910" y="5744529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случае ядерного взрыва эксперты советуют не прятаться, а бежать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38267" y="5143500"/>
            <a:ext cx="686643" cy="696279"/>
            <a:chOff x="0" y="0"/>
            <a:chExt cx="812800" cy="8242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98945" y="5345042"/>
            <a:ext cx="6145435" cy="2704276"/>
            <a:chOff x="0" y="0"/>
            <a:chExt cx="1618551" cy="71223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28145" y="5143500"/>
            <a:ext cx="686643" cy="696279"/>
            <a:chOff x="0" y="0"/>
            <a:chExt cx="812800" cy="82420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806339" y="5726062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Учёные Румынии создали робота-шеф-повара из старых чайников</a:t>
            </a:r>
          </a:p>
        </p:txBody>
      </p:sp>
      <p:sp>
        <p:nvSpPr>
          <p:cNvPr id="42" name="Freeform 42"/>
          <p:cNvSpPr/>
          <p:nvPr/>
        </p:nvSpPr>
        <p:spPr>
          <a:xfrm>
            <a:off x="-1032630" y="4495319"/>
            <a:ext cx="2844091" cy="1499612"/>
          </a:xfrm>
          <a:custGeom>
            <a:avLst/>
            <a:gdLst/>
            <a:ahLst/>
            <a:cxnLst/>
            <a:rect l="l" t="t" r="r" b="b"/>
            <a:pathLst>
              <a:path w="2844091" h="1499612">
                <a:moveTo>
                  <a:pt x="0" y="0"/>
                </a:moveTo>
                <a:lnTo>
                  <a:pt x="2844091" y="0"/>
                </a:lnTo>
                <a:lnTo>
                  <a:pt x="2844091" y="1499612"/>
                </a:lnTo>
                <a:lnTo>
                  <a:pt x="0" y="1499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7080374" y="5994931"/>
            <a:ext cx="1474187" cy="1404498"/>
          </a:xfrm>
          <a:custGeom>
            <a:avLst/>
            <a:gdLst/>
            <a:ahLst/>
            <a:cxnLst/>
            <a:rect l="l" t="t" r="r" b="b"/>
            <a:pathLst>
              <a:path w="1474187" h="1404498">
                <a:moveTo>
                  <a:pt x="0" y="0"/>
                </a:moveTo>
                <a:lnTo>
                  <a:pt x="1474187" y="0"/>
                </a:lnTo>
                <a:lnTo>
                  <a:pt x="1474187" y="1404498"/>
                </a:lnTo>
                <a:lnTo>
                  <a:pt x="0" y="1404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H="1">
            <a:off x="16025972" y="291569"/>
            <a:ext cx="2262028" cy="2064615"/>
          </a:xfrm>
          <a:custGeom>
            <a:avLst/>
            <a:gdLst/>
            <a:ahLst/>
            <a:cxnLst/>
            <a:rect l="l" t="t" r="r" b="b"/>
            <a:pathLst>
              <a:path w="2262028" h="2064615">
                <a:moveTo>
                  <a:pt x="2262028" y="0"/>
                </a:moveTo>
                <a:lnTo>
                  <a:pt x="0" y="0"/>
                </a:lnTo>
                <a:lnTo>
                  <a:pt x="0" y="2064615"/>
                </a:lnTo>
                <a:lnTo>
                  <a:pt x="2262028" y="2064615"/>
                </a:lnTo>
                <a:lnTo>
                  <a:pt x="226202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89599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61745">
            <a:off x="216809" y="554652"/>
            <a:ext cx="17989826" cy="9222164"/>
            <a:chOff x="0" y="0"/>
            <a:chExt cx="4738061" cy="2428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8061" cy="2428883"/>
            </a:xfrm>
            <a:custGeom>
              <a:avLst/>
              <a:gdLst/>
              <a:ahLst/>
              <a:cxnLst/>
              <a:rect l="l" t="t" r="r" b="b"/>
              <a:pathLst>
                <a:path w="4738061" h="2428883">
                  <a:moveTo>
                    <a:pt x="0" y="0"/>
                  </a:moveTo>
                  <a:lnTo>
                    <a:pt x="4738061" y="0"/>
                  </a:lnTo>
                  <a:lnTo>
                    <a:pt x="4738061" y="2428883"/>
                  </a:lnTo>
                  <a:lnTo>
                    <a:pt x="0" y="2428883"/>
                  </a:lnTo>
                  <a:close/>
                </a:path>
              </a:pathLst>
            </a:custGeom>
            <a:solidFill>
              <a:srgbClr val="FCBB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38061" cy="246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2166" y="847227"/>
            <a:ext cx="17235301" cy="8640210"/>
            <a:chOff x="0" y="0"/>
            <a:chExt cx="4539339" cy="22756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9338" cy="2275611"/>
            </a:xfrm>
            <a:custGeom>
              <a:avLst/>
              <a:gdLst/>
              <a:ahLst/>
              <a:cxnLst/>
              <a:rect l="l" t="t" r="r" b="b"/>
              <a:pathLst>
                <a:path w="4539338" h="2275611">
                  <a:moveTo>
                    <a:pt x="0" y="0"/>
                  </a:moveTo>
                  <a:lnTo>
                    <a:pt x="4539338" y="0"/>
                  </a:lnTo>
                  <a:lnTo>
                    <a:pt x="4539338" y="2275611"/>
                  </a:lnTo>
                  <a:lnTo>
                    <a:pt x="0" y="227561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39339" cy="2313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7515" y="2356184"/>
            <a:ext cx="6896463" cy="2488138"/>
            <a:chOff x="0" y="0"/>
            <a:chExt cx="1723203" cy="621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215181">
            <a:off x="15991261" y="1317821"/>
            <a:ext cx="2076726" cy="2076726"/>
          </a:xfrm>
          <a:custGeom>
            <a:avLst/>
            <a:gdLst/>
            <a:ahLst/>
            <a:cxnLst/>
            <a:rect l="l" t="t" r="r" b="b"/>
            <a:pathLst>
              <a:path w="2076726" h="2076726">
                <a:moveTo>
                  <a:pt x="0" y="0"/>
                </a:moveTo>
                <a:lnTo>
                  <a:pt x="2076726" y="0"/>
                </a:lnTo>
                <a:lnTo>
                  <a:pt x="2076726" y="2076726"/>
                </a:lnTo>
                <a:lnTo>
                  <a:pt x="0" y="2076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515526" y="7512433"/>
            <a:ext cx="2703942" cy="2774567"/>
          </a:xfrm>
          <a:custGeom>
            <a:avLst/>
            <a:gdLst/>
            <a:ahLst/>
            <a:cxnLst/>
            <a:rect l="l" t="t" r="r" b="b"/>
            <a:pathLst>
              <a:path w="2703942" h="2774567">
                <a:moveTo>
                  <a:pt x="0" y="0"/>
                </a:moveTo>
                <a:lnTo>
                  <a:pt x="2703942" y="0"/>
                </a:lnTo>
                <a:lnTo>
                  <a:pt x="2703942" y="2774567"/>
                </a:lnTo>
                <a:lnTo>
                  <a:pt x="0" y="2774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845094" y="2463056"/>
            <a:ext cx="686643" cy="696279"/>
            <a:chOff x="0" y="0"/>
            <a:chExt cx="812800" cy="8242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98104" y="2715945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Исследователи доказали, что ленивцы лучше всех танцуют сальсу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031879" y="2508584"/>
            <a:ext cx="6896463" cy="2488138"/>
            <a:chOff x="0" y="0"/>
            <a:chExt cx="1723203" cy="6217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914788" y="2618506"/>
            <a:ext cx="5409729" cy="222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Барановичах нашли загадочную надпись «Не забудь картошку» на всех остановках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12467" y="2463056"/>
            <a:ext cx="686643" cy="696279"/>
            <a:chOff x="0" y="0"/>
            <a:chExt cx="812800" cy="8242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17515" y="5994931"/>
            <a:ext cx="6896463" cy="2488138"/>
            <a:chOff x="0" y="0"/>
            <a:chExt cx="1723203" cy="62170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31879" y="5994931"/>
            <a:ext cx="6896463" cy="2488138"/>
            <a:chOff x="0" y="0"/>
            <a:chExt cx="1723203" cy="62170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723204" cy="621705"/>
            </a:xfrm>
            <a:custGeom>
              <a:avLst/>
              <a:gdLst/>
              <a:ahLst/>
              <a:cxnLst/>
              <a:rect l="l" t="t" r="r" b="b"/>
              <a:pathLst>
                <a:path w="1723204" h="621705">
                  <a:moveTo>
                    <a:pt x="861602" y="0"/>
                  </a:moveTo>
                  <a:cubicBezTo>
                    <a:pt x="385752" y="0"/>
                    <a:pt x="0" y="139173"/>
                    <a:pt x="0" y="310853"/>
                  </a:cubicBezTo>
                  <a:cubicBezTo>
                    <a:pt x="0" y="482532"/>
                    <a:pt x="385752" y="621705"/>
                    <a:pt x="861602" y="621705"/>
                  </a:cubicBezTo>
                  <a:cubicBezTo>
                    <a:pt x="1337451" y="621705"/>
                    <a:pt x="1723204" y="482532"/>
                    <a:pt x="1723204" y="310853"/>
                  </a:cubicBezTo>
                  <a:cubicBezTo>
                    <a:pt x="1723204" y="139173"/>
                    <a:pt x="1337451" y="0"/>
                    <a:pt x="861602" y="0"/>
                  </a:cubicBezTo>
                  <a:close/>
                </a:path>
              </a:pathLst>
            </a:custGeom>
            <a:solidFill>
              <a:srgbClr val="FF8ED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1550" y="20185"/>
              <a:ext cx="1400103" cy="54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00424" y="6078467"/>
            <a:ext cx="5130645" cy="222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Школьники Воронежа придумали машину, которая едет на газированных напитках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811461" y="6101802"/>
            <a:ext cx="686643" cy="696279"/>
            <a:chOff x="0" y="0"/>
            <a:chExt cx="812800" cy="8242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12467" y="5994931"/>
            <a:ext cx="686643" cy="696279"/>
            <a:chOff x="0" y="0"/>
            <a:chExt cx="812800" cy="8242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914788" y="6595960"/>
            <a:ext cx="5130645" cy="112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Гарри Поттер принял православие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95994" y="-1295671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1456158" y="8150282"/>
            <a:ext cx="2912315" cy="2912315"/>
          </a:xfrm>
          <a:custGeom>
            <a:avLst/>
            <a:gdLst/>
            <a:ahLst/>
            <a:cxnLst/>
            <a:rect l="l" t="t" r="r" b="b"/>
            <a:pathLst>
              <a:path w="2912315" h="2912315">
                <a:moveTo>
                  <a:pt x="0" y="0"/>
                </a:moveTo>
                <a:lnTo>
                  <a:pt x="2912316" y="0"/>
                </a:lnTo>
                <a:lnTo>
                  <a:pt x="2912316" y="2912315"/>
                </a:lnTo>
                <a:lnTo>
                  <a:pt x="0" y="2912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04540">
            <a:off x="6394911" y="-410662"/>
            <a:ext cx="3230270" cy="2501991"/>
          </a:xfrm>
          <a:custGeom>
            <a:avLst/>
            <a:gdLst/>
            <a:ahLst/>
            <a:cxnLst/>
            <a:rect l="l" t="t" r="r" b="b"/>
            <a:pathLst>
              <a:path w="3230270" h="2501991">
                <a:moveTo>
                  <a:pt x="0" y="0"/>
                </a:moveTo>
                <a:lnTo>
                  <a:pt x="3230271" y="0"/>
                </a:lnTo>
                <a:lnTo>
                  <a:pt x="3230271" y="2501991"/>
                </a:lnTo>
                <a:lnTo>
                  <a:pt x="0" y="25019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7884">
            <a:off x="15632093" y="4102087"/>
            <a:ext cx="3254415" cy="2082826"/>
          </a:xfrm>
          <a:custGeom>
            <a:avLst/>
            <a:gdLst/>
            <a:ahLst/>
            <a:cxnLst/>
            <a:rect l="l" t="t" r="r" b="b"/>
            <a:pathLst>
              <a:path w="3254415" h="2082826">
                <a:moveTo>
                  <a:pt x="0" y="0"/>
                </a:moveTo>
                <a:lnTo>
                  <a:pt x="3254414" y="0"/>
                </a:lnTo>
                <a:lnTo>
                  <a:pt x="3254414" y="2082826"/>
                </a:lnTo>
                <a:lnTo>
                  <a:pt x="0" y="2082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84807" y="47718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42749" y="1611852"/>
            <a:ext cx="5602787" cy="263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Ученые научились делать конфеты, которые помогают вспомнить забытые воспоминания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353898" y="47718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84807" y="548214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353898" y="5482141"/>
            <a:ext cx="5718672" cy="4356588"/>
          </a:xfrm>
          <a:custGeom>
            <a:avLst/>
            <a:gdLst/>
            <a:ahLst/>
            <a:cxnLst/>
            <a:rect l="l" t="t" r="r" b="b"/>
            <a:pathLst>
              <a:path w="5718672" h="4356588">
                <a:moveTo>
                  <a:pt x="0" y="0"/>
                </a:moveTo>
                <a:lnTo>
                  <a:pt x="5718672" y="0"/>
                </a:lnTo>
                <a:lnTo>
                  <a:pt x="5718672" y="4356588"/>
                </a:lnTo>
                <a:lnTo>
                  <a:pt x="0" y="4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453703" y="1611852"/>
            <a:ext cx="5519062" cy="198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Твери из-за жалобы на старое дерево решили создать парк из стекла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84611" y="6309518"/>
            <a:ext cx="5519062" cy="3296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новом торговом центре появился автомат, который угадывает, что ты хочешь купить, до того, как ты сам это осознал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3703" y="6796299"/>
            <a:ext cx="5519062" cy="198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Пермь признана городом с самым высоким уровнем жизни для голубей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41290" y="4251548"/>
            <a:ext cx="686643" cy="696279"/>
            <a:chOff x="0" y="0"/>
            <a:chExt cx="812800" cy="8242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110381" y="4251548"/>
            <a:ext cx="686643" cy="696279"/>
            <a:chOff x="0" y="0"/>
            <a:chExt cx="812800" cy="8242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41485" y="9258300"/>
            <a:ext cx="686643" cy="696279"/>
            <a:chOff x="0" y="0"/>
            <a:chExt cx="812800" cy="8242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110381" y="9258300"/>
            <a:ext cx="686643" cy="696279"/>
            <a:chOff x="0" y="0"/>
            <a:chExt cx="812800" cy="824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89599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61745">
            <a:off x="216809" y="554652"/>
            <a:ext cx="17989826" cy="9222164"/>
            <a:chOff x="0" y="0"/>
            <a:chExt cx="4738061" cy="2428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8061" cy="2428883"/>
            </a:xfrm>
            <a:custGeom>
              <a:avLst/>
              <a:gdLst/>
              <a:ahLst/>
              <a:cxnLst/>
              <a:rect l="l" t="t" r="r" b="b"/>
              <a:pathLst>
                <a:path w="4738061" h="2428883">
                  <a:moveTo>
                    <a:pt x="0" y="0"/>
                  </a:moveTo>
                  <a:lnTo>
                    <a:pt x="4738061" y="0"/>
                  </a:lnTo>
                  <a:lnTo>
                    <a:pt x="4738061" y="2428883"/>
                  </a:lnTo>
                  <a:lnTo>
                    <a:pt x="0" y="2428883"/>
                  </a:lnTo>
                  <a:close/>
                </a:path>
              </a:pathLst>
            </a:custGeom>
            <a:solidFill>
              <a:srgbClr val="FCBB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38061" cy="246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2166" y="847227"/>
            <a:ext cx="17235301" cy="8640210"/>
            <a:chOff x="0" y="0"/>
            <a:chExt cx="4539339" cy="22756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9338" cy="2275611"/>
            </a:xfrm>
            <a:custGeom>
              <a:avLst/>
              <a:gdLst/>
              <a:ahLst/>
              <a:cxnLst/>
              <a:rect l="l" t="t" r="r" b="b"/>
              <a:pathLst>
                <a:path w="4539338" h="2275611">
                  <a:moveTo>
                    <a:pt x="0" y="0"/>
                  </a:moveTo>
                  <a:lnTo>
                    <a:pt x="4539338" y="0"/>
                  </a:lnTo>
                  <a:lnTo>
                    <a:pt x="4539338" y="2275611"/>
                  </a:lnTo>
                  <a:lnTo>
                    <a:pt x="0" y="227561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39339" cy="2313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7515" y="1459057"/>
            <a:ext cx="6145435" cy="2704276"/>
            <a:chOff x="0" y="0"/>
            <a:chExt cx="1618551" cy="7122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8267" y="1323877"/>
            <a:ext cx="686643" cy="696279"/>
            <a:chOff x="0" y="0"/>
            <a:chExt cx="812800" cy="8242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24910" y="1924905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Владивостоке нашли утку, которая умеет говорить по-пекински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11722" y="1459057"/>
            <a:ext cx="6145435" cy="2704276"/>
            <a:chOff x="0" y="0"/>
            <a:chExt cx="1618551" cy="7122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06339" y="1385081"/>
            <a:ext cx="5433661" cy="2778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spcBef>
                <a:spcPct val="0"/>
              </a:spcBef>
            </a:pPr>
            <a:r>
              <a:rPr lang="en-US" sz="312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Полиция Нью-Йорка в поисках пенсионеров, которые выращивают цветы, меняющие цвет в зависимости от настроения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28145" y="1323877"/>
            <a:ext cx="686643" cy="696279"/>
            <a:chOff x="0" y="0"/>
            <a:chExt cx="812800" cy="824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17515" y="5345042"/>
            <a:ext cx="6145435" cy="2704276"/>
            <a:chOff x="0" y="0"/>
            <a:chExt cx="1618551" cy="7122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024910" y="6002287"/>
            <a:ext cx="5130645" cy="112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Труп террориста взяли живьем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38267" y="5143500"/>
            <a:ext cx="686643" cy="696279"/>
            <a:chOff x="0" y="0"/>
            <a:chExt cx="812800" cy="8242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98945" y="5345042"/>
            <a:ext cx="6145435" cy="2704276"/>
            <a:chOff x="0" y="0"/>
            <a:chExt cx="1618551" cy="71223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18551" cy="712237"/>
            </a:xfrm>
            <a:custGeom>
              <a:avLst/>
              <a:gdLst/>
              <a:ahLst/>
              <a:cxnLst/>
              <a:rect l="l" t="t" r="r" b="b"/>
              <a:pathLst>
                <a:path w="1618551" h="712237">
                  <a:moveTo>
                    <a:pt x="64249" y="0"/>
                  </a:moveTo>
                  <a:lnTo>
                    <a:pt x="1554302" y="0"/>
                  </a:lnTo>
                  <a:cubicBezTo>
                    <a:pt x="1571342" y="0"/>
                    <a:pt x="1587684" y="6769"/>
                    <a:pt x="1599733" y="18818"/>
                  </a:cubicBezTo>
                  <a:cubicBezTo>
                    <a:pt x="1611782" y="30867"/>
                    <a:pt x="1618551" y="47209"/>
                    <a:pt x="1618551" y="64249"/>
                  </a:cubicBezTo>
                  <a:lnTo>
                    <a:pt x="1618551" y="647988"/>
                  </a:lnTo>
                  <a:cubicBezTo>
                    <a:pt x="1618551" y="683472"/>
                    <a:pt x="1589786" y="712237"/>
                    <a:pt x="1554302" y="712237"/>
                  </a:cubicBezTo>
                  <a:lnTo>
                    <a:pt x="64249" y="712237"/>
                  </a:lnTo>
                  <a:cubicBezTo>
                    <a:pt x="47209" y="712237"/>
                    <a:pt x="30867" y="705468"/>
                    <a:pt x="18818" y="693419"/>
                  </a:cubicBezTo>
                  <a:cubicBezTo>
                    <a:pt x="6769" y="681370"/>
                    <a:pt x="0" y="665028"/>
                    <a:pt x="0" y="647988"/>
                  </a:cubicBezTo>
                  <a:lnTo>
                    <a:pt x="0" y="64249"/>
                  </a:lnTo>
                  <a:cubicBezTo>
                    <a:pt x="0" y="47209"/>
                    <a:pt x="6769" y="30867"/>
                    <a:pt x="18818" y="18818"/>
                  </a:cubicBezTo>
                  <a:cubicBezTo>
                    <a:pt x="30867" y="6769"/>
                    <a:pt x="47209" y="0"/>
                    <a:pt x="64249" y="0"/>
                  </a:cubicBezTo>
                  <a:close/>
                </a:path>
              </a:pathLst>
            </a:custGeom>
            <a:solidFill>
              <a:srgbClr val="5ADBE4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618551" cy="750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28145" y="5143500"/>
            <a:ext cx="686643" cy="696279"/>
            <a:chOff x="0" y="0"/>
            <a:chExt cx="812800" cy="82420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61D2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806339" y="5812872"/>
            <a:ext cx="5130645" cy="1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Корабль из лего с живыми людьми отправится на Марс уже эту субботу!</a:t>
            </a:r>
          </a:p>
        </p:txBody>
      </p:sp>
      <p:sp>
        <p:nvSpPr>
          <p:cNvPr id="42" name="Freeform 42"/>
          <p:cNvSpPr/>
          <p:nvPr/>
        </p:nvSpPr>
        <p:spPr>
          <a:xfrm>
            <a:off x="-1032630" y="4495319"/>
            <a:ext cx="2844091" cy="1499612"/>
          </a:xfrm>
          <a:custGeom>
            <a:avLst/>
            <a:gdLst/>
            <a:ahLst/>
            <a:cxnLst/>
            <a:rect l="l" t="t" r="r" b="b"/>
            <a:pathLst>
              <a:path w="2844091" h="1499612">
                <a:moveTo>
                  <a:pt x="0" y="0"/>
                </a:moveTo>
                <a:lnTo>
                  <a:pt x="2844091" y="0"/>
                </a:lnTo>
                <a:lnTo>
                  <a:pt x="2844091" y="1499612"/>
                </a:lnTo>
                <a:lnTo>
                  <a:pt x="0" y="1499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7080374" y="5994931"/>
            <a:ext cx="1474187" cy="1404498"/>
          </a:xfrm>
          <a:custGeom>
            <a:avLst/>
            <a:gdLst/>
            <a:ahLst/>
            <a:cxnLst/>
            <a:rect l="l" t="t" r="r" b="b"/>
            <a:pathLst>
              <a:path w="1474187" h="1404498">
                <a:moveTo>
                  <a:pt x="0" y="0"/>
                </a:moveTo>
                <a:lnTo>
                  <a:pt x="1474187" y="0"/>
                </a:lnTo>
                <a:lnTo>
                  <a:pt x="1474187" y="1404498"/>
                </a:lnTo>
                <a:lnTo>
                  <a:pt x="0" y="1404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H="1">
            <a:off x="16025972" y="291569"/>
            <a:ext cx="2262028" cy="2064615"/>
          </a:xfrm>
          <a:custGeom>
            <a:avLst/>
            <a:gdLst/>
            <a:ahLst/>
            <a:cxnLst/>
            <a:rect l="l" t="t" r="r" b="b"/>
            <a:pathLst>
              <a:path w="2262028" h="2064615">
                <a:moveTo>
                  <a:pt x="2262028" y="0"/>
                </a:moveTo>
                <a:lnTo>
                  <a:pt x="0" y="0"/>
                </a:lnTo>
                <a:lnTo>
                  <a:pt x="0" y="2064615"/>
                </a:lnTo>
                <a:lnTo>
                  <a:pt x="2262028" y="2064615"/>
                </a:lnTo>
                <a:lnTo>
                  <a:pt x="226202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399376">
            <a:off x="-1114425" y="7200900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514080">
            <a:off x="14966421" y="-892555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04984" y="611124"/>
            <a:ext cx="17543893" cy="9358960"/>
            <a:chOff x="0" y="0"/>
            <a:chExt cx="4620614" cy="2464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20614" cy="2464911"/>
            </a:xfrm>
            <a:custGeom>
              <a:avLst/>
              <a:gdLst/>
              <a:ahLst/>
              <a:cxnLst/>
              <a:rect l="l" t="t" r="r" b="b"/>
              <a:pathLst>
                <a:path w="4620614" h="2464911">
                  <a:moveTo>
                    <a:pt x="22506" y="0"/>
                  </a:moveTo>
                  <a:lnTo>
                    <a:pt x="4598108" y="0"/>
                  </a:lnTo>
                  <a:cubicBezTo>
                    <a:pt x="4610538" y="0"/>
                    <a:pt x="4620614" y="10076"/>
                    <a:pt x="4620614" y="22506"/>
                  </a:cubicBezTo>
                  <a:lnTo>
                    <a:pt x="4620614" y="2442406"/>
                  </a:lnTo>
                  <a:cubicBezTo>
                    <a:pt x="4620614" y="2448375"/>
                    <a:pt x="4618243" y="2454099"/>
                    <a:pt x="4614022" y="2458320"/>
                  </a:cubicBezTo>
                  <a:cubicBezTo>
                    <a:pt x="4609801" y="2462540"/>
                    <a:pt x="4604077" y="2464911"/>
                    <a:pt x="4598108" y="2464911"/>
                  </a:cubicBezTo>
                  <a:lnTo>
                    <a:pt x="22506" y="2464911"/>
                  </a:lnTo>
                  <a:cubicBezTo>
                    <a:pt x="10076" y="2464911"/>
                    <a:pt x="0" y="2454835"/>
                    <a:pt x="0" y="2442406"/>
                  </a:cubicBezTo>
                  <a:lnTo>
                    <a:pt x="0" y="22506"/>
                  </a:lnTo>
                  <a:cubicBezTo>
                    <a:pt x="0" y="10076"/>
                    <a:pt x="10076" y="0"/>
                    <a:pt x="22506" y="0"/>
                  </a:cubicBezTo>
                  <a:close/>
                </a:path>
              </a:pathLst>
            </a:custGeom>
            <a:solidFill>
              <a:srgbClr val="802FD1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20614" cy="2503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82554" y="1028700"/>
            <a:ext cx="976746" cy="144029"/>
            <a:chOff x="0" y="0"/>
            <a:chExt cx="287287" cy="423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82554" y="1355658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82554" y="1680661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-762497" y="277764"/>
            <a:ext cx="2583187" cy="2155787"/>
          </a:xfrm>
          <a:custGeom>
            <a:avLst/>
            <a:gdLst/>
            <a:ahLst/>
            <a:cxnLst/>
            <a:rect l="l" t="t" r="r" b="b"/>
            <a:pathLst>
              <a:path w="2583187" h="2155787">
                <a:moveTo>
                  <a:pt x="0" y="0"/>
                </a:moveTo>
                <a:lnTo>
                  <a:pt x="2583187" y="0"/>
                </a:lnTo>
                <a:lnTo>
                  <a:pt x="2583187" y="2155787"/>
                </a:lnTo>
                <a:lnTo>
                  <a:pt x="0" y="2155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809529" y="1499686"/>
            <a:ext cx="4921483" cy="3095286"/>
            <a:chOff x="0" y="0"/>
            <a:chExt cx="1296193" cy="815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324617">
            <a:off x="10286380" y="8457455"/>
            <a:ext cx="1642455" cy="2633675"/>
          </a:xfrm>
          <a:custGeom>
            <a:avLst/>
            <a:gdLst/>
            <a:ahLst/>
            <a:cxnLst/>
            <a:rect l="l" t="t" r="r" b="b"/>
            <a:pathLst>
              <a:path w="1642455" h="2633675">
                <a:moveTo>
                  <a:pt x="0" y="0"/>
                </a:moveTo>
                <a:lnTo>
                  <a:pt x="1642456" y="0"/>
                </a:lnTo>
                <a:lnTo>
                  <a:pt x="1642456" y="2633675"/>
                </a:lnTo>
                <a:lnTo>
                  <a:pt x="0" y="2633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57525" y="1499686"/>
            <a:ext cx="4921483" cy="3095286"/>
            <a:chOff x="0" y="0"/>
            <a:chExt cx="1296193" cy="8152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07608" y="1499686"/>
            <a:ext cx="4921483" cy="3095286"/>
            <a:chOff x="0" y="0"/>
            <a:chExt cx="1296193" cy="8152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70270" y="5290604"/>
            <a:ext cx="4921483" cy="3095286"/>
            <a:chOff x="0" y="0"/>
            <a:chExt cx="1296193" cy="8152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46867" y="5290604"/>
            <a:ext cx="4921483" cy="3095286"/>
            <a:chOff x="0" y="0"/>
            <a:chExt cx="1296193" cy="8152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379" y="4127446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31012" y="4127446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879008" y="4127446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926949" y="8037751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03545" y="8037751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91700" y="1905599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Фестиваль «Ничего не понятно, но весело» приедет в следующем году в то же время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40739" y="1905599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Учёные обнаружили, что улитки способны различать музыку Баха и Шакиры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93358" y="2177061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«34 года хранила колбасу, изготовленную к Олимпиаде-80»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552441" y="5459968"/>
            <a:ext cx="4357141" cy="3274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На Кубе мужчина пытался зарегистрировать свой диван как транспортное средство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929037" y="6239442"/>
            <a:ext cx="4357141" cy="110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Как колорадский жук стал работать на ЦРУ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flipH="1">
            <a:off x="-1518712" y="6331116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592300" y="-1796365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46911" y="303083"/>
            <a:ext cx="17737651" cy="9834452"/>
            <a:chOff x="0" y="0"/>
            <a:chExt cx="4671645" cy="25901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71645" cy="2590144"/>
            </a:xfrm>
            <a:custGeom>
              <a:avLst/>
              <a:gdLst/>
              <a:ahLst/>
              <a:cxnLst/>
              <a:rect l="l" t="t" r="r" b="b"/>
              <a:pathLst>
                <a:path w="4671645" h="2590144">
                  <a:moveTo>
                    <a:pt x="22260" y="0"/>
                  </a:moveTo>
                  <a:lnTo>
                    <a:pt x="4649385" y="0"/>
                  </a:lnTo>
                  <a:cubicBezTo>
                    <a:pt x="4655288" y="0"/>
                    <a:pt x="4660950" y="2345"/>
                    <a:pt x="4665125" y="6520"/>
                  </a:cubicBezTo>
                  <a:cubicBezTo>
                    <a:pt x="4669299" y="10694"/>
                    <a:pt x="4671645" y="16356"/>
                    <a:pt x="4671645" y="22260"/>
                  </a:cubicBezTo>
                  <a:lnTo>
                    <a:pt x="4671645" y="2567884"/>
                  </a:lnTo>
                  <a:cubicBezTo>
                    <a:pt x="4671645" y="2580178"/>
                    <a:pt x="4661679" y="2590144"/>
                    <a:pt x="4649385" y="2590144"/>
                  </a:cubicBezTo>
                  <a:lnTo>
                    <a:pt x="22260" y="2590144"/>
                  </a:lnTo>
                  <a:cubicBezTo>
                    <a:pt x="16356" y="2590144"/>
                    <a:pt x="10694" y="2587798"/>
                    <a:pt x="6520" y="2583624"/>
                  </a:cubicBezTo>
                  <a:cubicBezTo>
                    <a:pt x="2345" y="2579449"/>
                    <a:pt x="0" y="2573787"/>
                    <a:pt x="0" y="2567884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5ADBE4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71645" cy="2628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480" y="956686"/>
            <a:ext cx="5217804" cy="3777494"/>
            <a:chOff x="0" y="0"/>
            <a:chExt cx="1374236" cy="9948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18641" y="884671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618641" y="1513635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618641" y="1198156"/>
            <a:ext cx="976746" cy="144029"/>
            <a:chOff x="0" y="0"/>
            <a:chExt cx="287287" cy="423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013996">
            <a:off x="9211490" y="9551692"/>
            <a:ext cx="2571996" cy="846421"/>
          </a:xfrm>
          <a:custGeom>
            <a:avLst/>
            <a:gdLst/>
            <a:ahLst/>
            <a:cxnLst/>
            <a:rect l="l" t="t" r="r" b="b"/>
            <a:pathLst>
              <a:path w="2571996" h="846421">
                <a:moveTo>
                  <a:pt x="0" y="0"/>
                </a:moveTo>
                <a:lnTo>
                  <a:pt x="2571997" y="0"/>
                </a:lnTo>
                <a:lnTo>
                  <a:pt x="2571997" y="846421"/>
                </a:lnTo>
                <a:lnTo>
                  <a:pt x="0" y="84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248072">
            <a:off x="268722" y="8130557"/>
            <a:ext cx="1519957" cy="1445340"/>
          </a:xfrm>
          <a:custGeom>
            <a:avLst/>
            <a:gdLst/>
            <a:ahLst/>
            <a:cxnLst/>
            <a:rect l="l" t="t" r="r" b="b"/>
            <a:pathLst>
              <a:path w="1519957" h="1445340">
                <a:moveTo>
                  <a:pt x="0" y="0"/>
                </a:moveTo>
                <a:lnTo>
                  <a:pt x="1519956" y="0"/>
                </a:lnTo>
                <a:lnTo>
                  <a:pt x="1519956" y="1445341"/>
                </a:lnTo>
                <a:lnTo>
                  <a:pt x="0" y="1445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11718" y="956686"/>
            <a:ext cx="5217804" cy="3777494"/>
            <a:chOff x="0" y="0"/>
            <a:chExt cx="1374236" cy="9948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265179" y="956686"/>
            <a:ext cx="5217804" cy="3777494"/>
            <a:chOff x="0" y="0"/>
            <a:chExt cx="1374236" cy="99489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382" y="5075734"/>
            <a:ext cx="5217804" cy="3777494"/>
            <a:chOff x="0" y="0"/>
            <a:chExt cx="1374236" cy="99489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20619" y="5075734"/>
            <a:ext cx="5217804" cy="3777494"/>
            <a:chOff x="0" y="0"/>
            <a:chExt cx="1374236" cy="99489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46911" y="4211171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42283" y="4211171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129521" y="4211171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790060" y="8156949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77298" y="8156949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33554" y="2145498"/>
            <a:ext cx="4357141" cy="110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Дракула сажал на кол инопланетян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42049" y="1874036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Пчёлы с зависимостью: они научились открывать бутылки с газировкой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95510" y="1874036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библиотеке Лондона открыли отдел «книги, которые ещё не написаны»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76703" y="5774224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Пермь загадочная: телевизор начал показывать телеэфир прошлых выходных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50951" y="5774224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«Не трогайте мои сосульки!» - кричал жилец, целясь из ружья в коммунальщиков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399376">
            <a:off x="-1114425" y="7200900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514080">
            <a:off x="14966421" y="-892555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04984" y="611124"/>
            <a:ext cx="17543893" cy="9358960"/>
            <a:chOff x="0" y="0"/>
            <a:chExt cx="4620614" cy="2464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20614" cy="2464911"/>
            </a:xfrm>
            <a:custGeom>
              <a:avLst/>
              <a:gdLst/>
              <a:ahLst/>
              <a:cxnLst/>
              <a:rect l="l" t="t" r="r" b="b"/>
              <a:pathLst>
                <a:path w="4620614" h="2464911">
                  <a:moveTo>
                    <a:pt x="22506" y="0"/>
                  </a:moveTo>
                  <a:lnTo>
                    <a:pt x="4598108" y="0"/>
                  </a:lnTo>
                  <a:cubicBezTo>
                    <a:pt x="4610538" y="0"/>
                    <a:pt x="4620614" y="10076"/>
                    <a:pt x="4620614" y="22506"/>
                  </a:cubicBezTo>
                  <a:lnTo>
                    <a:pt x="4620614" y="2442406"/>
                  </a:lnTo>
                  <a:cubicBezTo>
                    <a:pt x="4620614" y="2448375"/>
                    <a:pt x="4618243" y="2454099"/>
                    <a:pt x="4614022" y="2458320"/>
                  </a:cubicBezTo>
                  <a:cubicBezTo>
                    <a:pt x="4609801" y="2462540"/>
                    <a:pt x="4604077" y="2464911"/>
                    <a:pt x="4598108" y="2464911"/>
                  </a:cubicBezTo>
                  <a:lnTo>
                    <a:pt x="22506" y="2464911"/>
                  </a:lnTo>
                  <a:cubicBezTo>
                    <a:pt x="10076" y="2464911"/>
                    <a:pt x="0" y="2454835"/>
                    <a:pt x="0" y="2442406"/>
                  </a:cubicBezTo>
                  <a:lnTo>
                    <a:pt x="0" y="22506"/>
                  </a:lnTo>
                  <a:cubicBezTo>
                    <a:pt x="0" y="10076"/>
                    <a:pt x="10076" y="0"/>
                    <a:pt x="22506" y="0"/>
                  </a:cubicBezTo>
                  <a:close/>
                </a:path>
              </a:pathLst>
            </a:custGeom>
            <a:solidFill>
              <a:srgbClr val="802FD1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20614" cy="2503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82554" y="1028700"/>
            <a:ext cx="976746" cy="144029"/>
            <a:chOff x="0" y="0"/>
            <a:chExt cx="287287" cy="423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82554" y="1355658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82554" y="1680661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-762497" y="277764"/>
            <a:ext cx="2583187" cy="2155787"/>
          </a:xfrm>
          <a:custGeom>
            <a:avLst/>
            <a:gdLst/>
            <a:ahLst/>
            <a:cxnLst/>
            <a:rect l="l" t="t" r="r" b="b"/>
            <a:pathLst>
              <a:path w="2583187" h="2155787">
                <a:moveTo>
                  <a:pt x="0" y="0"/>
                </a:moveTo>
                <a:lnTo>
                  <a:pt x="2583187" y="0"/>
                </a:lnTo>
                <a:lnTo>
                  <a:pt x="2583187" y="2155787"/>
                </a:lnTo>
                <a:lnTo>
                  <a:pt x="0" y="2155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809529" y="1499686"/>
            <a:ext cx="4921483" cy="3095286"/>
            <a:chOff x="0" y="0"/>
            <a:chExt cx="1296193" cy="815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324617">
            <a:off x="10286380" y="8457455"/>
            <a:ext cx="1642455" cy="2633675"/>
          </a:xfrm>
          <a:custGeom>
            <a:avLst/>
            <a:gdLst/>
            <a:ahLst/>
            <a:cxnLst/>
            <a:rect l="l" t="t" r="r" b="b"/>
            <a:pathLst>
              <a:path w="1642455" h="2633675">
                <a:moveTo>
                  <a:pt x="0" y="0"/>
                </a:moveTo>
                <a:lnTo>
                  <a:pt x="1642456" y="0"/>
                </a:lnTo>
                <a:lnTo>
                  <a:pt x="1642456" y="2633675"/>
                </a:lnTo>
                <a:lnTo>
                  <a:pt x="0" y="2633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57525" y="1499686"/>
            <a:ext cx="4921483" cy="3095286"/>
            <a:chOff x="0" y="0"/>
            <a:chExt cx="1296193" cy="8152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07608" y="1499686"/>
            <a:ext cx="4921483" cy="3095286"/>
            <a:chOff x="0" y="0"/>
            <a:chExt cx="1296193" cy="8152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70270" y="5290604"/>
            <a:ext cx="4921483" cy="3095286"/>
            <a:chOff x="0" y="0"/>
            <a:chExt cx="1296193" cy="8152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46867" y="5290604"/>
            <a:ext cx="4921483" cy="3095286"/>
            <a:chOff x="0" y="0"/>
            <a:chExt cx="1296193" cy="8152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379" y="4127446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31012" y="4127446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879008" y="4127446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926949" y="8037751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03545" y="8037751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91700" y="2015435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Тепло, запах. А может быть – смех? Чем еще мы интересуем комаров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40739" y="1905599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аптеках Брянской области начали продавать таблетки от любопытства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93358" y="2177061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Донецк решили переименовать в Сталино в честь Ленина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13592" y="5696517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Богородицке обнаружили белку, которая подумала, что она - утка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29037" y="6239442"/>
            <a:ext cx="4357141" cy="110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Учёные доказали: понедельник — это миф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flipH="1">
            <a:off x="-1518712" y="6331116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592300" y="-1796365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46911" y="303083"/>
            <a:ext cx="17737651" cy="9834452"/>
            <a:chOff x="0" y="0"/>
            <a:chExt cx="4671645" cy="25901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71645" cy="2590144"/>
            </a:xfrm>
            <a:custGeom>
              <a:avLst/>
              <a:gdLst/>
              <a:ahLst/>
              <a:cxnLst/>
              <a:rect l="l" t="t" r="r" b="b"/>
              <a:pathLst>
                <a:path w="4671645" h="2590144">
                  <a:moveTo>
                    <a:pt x="22260" y="0"/>
                  </a:moveTo>
                  <a:lnTo>
                    <a:pt x="4649385" y="0"/>
                  </a:lnTo>
                  <a:cubicBezTo>
                    <a:pt x="4655288" y="0"/>
                    <a:pt x="4660950" y="2345"/>
                    <a:pt x="4665125" y="6520"/>
                  </a:cubicBezTo>
                  <a:cubicBezTo>
                    <a:pt x="4669299" y="10694"/>
                    <a:pt x="4671645" y="16356"/>
                    <a:pt x="4671645" y="22260"/>
                  </a:cubicBezTo>
                  <a:lnTo>
                    <a:pt x="4671645" y="2567884"/>
                  </a:lnTo>
                  <a:cubicBezTo>
                    <a:pt x="4671645" y="2580178"/>
                    <a:pt x="4661679" y="2590144"/>
                    <a:pt x="4649385" y="2590144"/>
                  </a:cubicBezTo>
                  <a:lnTo>
                    <a:pt x="22260" y="2590144"/>
                  </a:lnTo>
                  <a:cubicBezTo>
                    <a:pt x="16356" y="2590144"/>
                    <a:pt x="10694" y="2587798"/>
                    <a:pt x="6520" y="2583624"/>
                  </a:cubicBezTo>
                  <a:cubicBezTo>
                    <a:pt x="2345" y="2579449"/>
                    <a:pt x="0" y="2573787"/>
                    <a:pt x="0" y="2567884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5ADBE4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71645" cy="2628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480" y="956686"/>
            <a:ext cx="5217804" cy="3777494"/>
            <a:chOff x="0" y="0"/>
            <a:chExt cx="1374236" cy="9948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18641" y="884671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618641" y="1513635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618641" y="1198156"/>
            <a:ext cx="976746" cy="144029"/>
            <a:chOff x="0" y="0"/>
            <a:chExt cx="287287" cy="423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013996">
            <a:off x="9211490" y="9551692"/>
            <a:ext cx="2571996" cy="846421"/>
          </a:xfrm>
          <a:custGeom>
            <a:avLst/>
            <a:gdLst/>
            <a:ahLst/>
            <a:cxnLst/>
            <a:rect l="l" t="t" r="r" b="b"/>
            <a:pathLst>
              <a:path w="2571996" h="846421">
                <a:moveTo>
                  <a:pt x="0" y="0"/>
                </a:moveTo>
                <a:lnTo>
                  <a:pt x="2571997" y="0"/>
                </a:lnTo>
                <a:lnTo>
                  <a:pt x="2571997" y="846421"/>
                </a:lnTo>
                <a:lnTo>
                  <a:pt x="0" y="84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248072">
            <a:off x="268722" y="8130557"/>
            <a:ext cx="1519957" cy="1445340"/>
          </a:xfrm>
          <a:custGeom>
            <a:avLst/>
            <a:gdLst/>
            <a:ahLst/>
            <a:cxnLst/>
            <a:rect l="l" t="t" r="r" b="b"/>
            <a:pathLst>
              <a:path w="1519957" h="1445340">
                <a:moveTo>
                  <a:pt x="0" y="0"/>
                </a:moveTo>
                <a:lnTo>
                  <a:pt x="1519956" y="0"/>
                </a:lnTo>
                <a:lnTo>
                  <a:pt x="1519956" y="1445341"/>
                </a:lnTo>
                <a:lnTo>
                  <a:pt x="0" y="1445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11718" y="956686"/>
            <a:ext cx="5217804" cy="3777494"/>
            <a:chOff x="0" y="0"/>
            <a:chExt cx="1374236" cy="9948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265179" y="956686"/>
            <a:ext cx="5217804" cy="3777494"/>
            <a:chOff x="0" y="0"/>
            <a:chExt cx="1374236" cy="99489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382" y="5075734"/>
            <a:ext cx="5217804" cy="3777494"/>
            <a:chOff x="0" y="0"/>
            <a:chExt cx="1374236" cy="99489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20619" y="5075734"/>
            <a:ext cx="5217804" cy="3777494"/>
            <a:chOff x="0" y="0"/>
            <a:chExt cx="1374236" cy="99489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46911" y="4211171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42283" y="4211171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129521" y="4211171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790060" y="8156949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77298" y="8156949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33554" y="1602573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Созданный шанхайскими инженерами ИИ-робот начал жаловаться на жизнь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42049" y="1874036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Россияне остались довольны повышением налогов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95510" y="1874036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библиотеке появился автомат, который создает книги по желанию читателя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76703" y="5774224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Ученые на Чукотке «поговорили» с китами, но не знают, о чем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50951" y="5507524"/>
            <a:ext cx="4357141" cy="273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Русский Хогвардс? В научных центрах экспериментируют с созданием живых картин, которые движутся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399376">
            <a:off x="-1114425" y="7200900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514080">
            <a:off x="14966421" y="-892555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04984" y="611124"/>
            <a:ext cx="17543893" cy="9358960"/>
            <a:chOff x="0" y="0"/>
            <a:chExt cx="4620614" cy="2464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20614" cy="2464911"/>
            </a:xfrm>
            <a:custGeom>
              <a:avLst/>
              <a:gdLst/>
              <a:ahLst/>
              <a:cxnLst/>
              <a:rect l="l" t="t" r="r" b="b"/>
              <a:pathLst>
                <a:path w="4620614" h="2464911">
                  <a:moveTo>
                    <a:pt x="22506" y="0"/>
                  </a:moveTo>
                  <a:lnTo>
                    <a:pt x="4598108" y="0"/>
                  </a:lnTo>
                  <a:cubicBezTo>
                    <a:pt x="4610538" y="0"/>
                    <a:pt x="4620614" y="10076"/>
                    <a:pt x="4620614" y="22506"/>
                  </a:cubicBezTo>
                  <a:lnTo>
                    <a:pt x="4620614" y="2442406"/>
                  </a:lnTo>
                  <a:cubicBezTo>
                    <a:pt x="4620614" y="2448375"/>
                    <a:pt x="4618243" y="2454099"/>
                    <a:pt x="4614022" y="2458320"/>
                  </a:cubicBezTo>
                  <a:cubicBezTo>
                    <a:pt x="4609801" y="2462540"/>
                    <a:pt x="4604077" y="2464911"/>
                    <a:pt x="4598108" y="2464911"/>
                  </a:cubicBezTo>
                  <a:lnTo>
                    <a:pt x="22506" y="2464911"/>
                  </a:lnTo>
                  <a:cubicBezTo>
                    <a:pt x="10076" y="2464911"/>
                    <a:pt x="0" y="2454835"/>
                    <a:pt x="0" y="2442406"/>
                  </a:cubicBezTo>
                  <a:lnTo>
                    <a:pt x="0" y="22506"/>
                  </a:lnTo>
                  <a:cubicBezTo>
                    <a:pt x="0" y="10076"/>
                    <a:pt x="10076" y="0"/>
                    <a:pt x="22506" y="0"/>
                  </a:cubicBezTo>
                  <a:close/>
                </a:path>
              </a:pathLst>
            </a:custGeom>
            <a:solidFill>
              <a:srgbClr val="802FD1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20614" cy="2503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82554" y="1028700"/>
            <a:ext cx="976746" cy="144029"/>
            <a:chOff x="0" y="0"/>
            <a:chExt cx="287287" cy="423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82554" y="1355658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82554" y="1680661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-762497" y="277764"/>
            <a:ext cx="2583187" cy="2155787"/>
          </a:xfrm>
          <a:custGeom>
            <a:avLst/>
            <a:gdLst/>
            <a:ahLst/>
            <a:cxnLst/>
            <a:rect l="l" t="t" r="r" b="b"/>
            <a:pathLst>
              <a:path w="2583187" h="2155787">
                <a:moveTo>
                  <a:pt x="0" y="0"/>
                </a:moveTo>
                <a:lnTo>
                  <a:pt x="2583187" y="0"/>
                </a:lnTo>
                <a:lnTo>
                  <a:pt x="2583187" y="2155787"/>
                </a:lnTo>
                <a:lnTo>
                  <a:pt x="0" y="2155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809529" y="1499686"/>
            <a:ext cx="4921483" cy="3095286"/>
            <a:chOff x="0" y="0"/>
            <a:chExt cx="1296193" cy="815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324617">
            <a:off x="10286380" y="8457455"/>
            <a:ext cx="1642455" cy="2633675"/>
          </a:xfrm>
          <a:custGeom>
            <a:avLst/>
            <a:gdLst/>
            <a:ahLst/>
            <a:cxnLst/>
            <a:rect l="l" t="t" r="r" b="b"/>
            <a:pathLst>
              <a:path w="1642455" h="2633675">
                <a:moveTo>
                  <a:pt x="0" y="0"/>
                </a:moveTo>
                <a:lnTo>
                  <a:pt x="1642456" y="0"/>
                </a:lnTo>
                <a:lnTo>
                  <a:pt x="1642456" y="2633675"/>
                </a:lnTo>
                <a:lnTo>
                  <a:pt x="0" y="2633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57525" y="1499686"/>
            <a:ext cx="4921483" cy="3095286"/>
            <a:chOff x="0" y="0"/>
            <a:chExt cx="1296193" cy="8152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07608" y="1499686"/>
            <a:ext cx="4921483" cy="3095286"/>
            <a:chOff x="0" y="0"/>
            <a:chExt cx="1296193" cy="8152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70270" y="5290604"/>
            <a:ext cx="4921483" cy="3095286"/>
            <a:chOff x="0" y="0"/>
            <a:chExt cx="1296193" cy="8152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46867" y="5290604"/>
            <a:ext cx="4921483" cy="3095286"/>
            <a:chOff x="0" y="0"/>
            <a:chExt cx="1296193" cy="8152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379" y="4127446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31012" y="4127446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879008" y="4127446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926949" y="8037751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03545" y="8037751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91700" y="2015435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Мигрант в Испании пытался обменять паспорт на коллекцию марок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40739" y="1905599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Японии запустили генно-модифицированных рыб, способных очищать океан от пластика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93358" y="1729440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Сингапуре появились мосты, которые меняют свою форму в зависимости от погоды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13592" y="5967979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Иосиф Сталин и вомбат: зловещие призраки Кремля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29037" y="5967979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Лето в городе: почаще прикладывайтесь к бутылке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flipH="1">
            <a:off x="-1518712" y="6331116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592300" y="-1796365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46911" y="303083"/>
            <a:ext cx="17737651" cy="9834452"/>
            <a:chOff x="0" y="0"/>
            <a:chExt cx="4671645" cy="25901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71645" cy="2590144"/>
            </a:xfrm>
            <a:custGeom>
              <a:avLst/>
              <a:gdLst/>
              <a:ahLst/>
              <a:cxnLst/>
              <a:rect l="l" t="t" r="r" b="b"/>
              <a:pathLst>
                <a:path w="4671645" h="2590144">
                  <a:moveTo>
                    <a:pt x="22260" y="0"/>
                  </a:moveTo>
                  <a:lnTo>
                    <a:pt x="4649385" y="0"/>
                  </a:lnTo>
                  <a:cubicBezTo>
                    <a:pt x="4655288" y="0"/>
                    <a:pt x="4660950" y="2345"/>
                    <a:pt x="4665125" y="6520"/>
                  </a:cubicBezTo>
                  <a:cubicBezTo>
                    <a:pt x="4669299" y="10694"/>
                    <a:pt x="4671645" y="16356"/>
                    <a:pt x="4671645" y="22260"/>
                  </a:cubicBezTo>
                  <a:lnTo>
                    <a:pt x="4671645" y="2567884"/>
                  </a:lnTo>
                  <a:cubicBezTo>
                    <a:pt x="4671645" y="2580178"/>
                    <a:pt x="4661679" y="2590144"/>
                    <a:pt x="4649385" y="2590144"/>
                  </a:cubicBezTo>
                  <a:lnTo>
                    <a:pt x="22260" y="2590144"/>
                  </a:lnTo>
                  <a:cubicBezTo>
                    <a:pt x="16356" y="2590144"/>
                    <a:pt x="10694" y="2587798"/>
                    <a:pt x="6520" y="2583624"/>
                  </a:cubicBezTo>
                  <a:cubicBezTo>
                    <a:pt x="2345" y="2579449"/>
                    <a:pt x="0" y="2573787"/>
                    <a:pt x="0" y="2567884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5ADBE4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71645" cy="2628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480" y="956686"/>
            <a:ext cx="5217804" cy="3777494"/>
            <a:chOff x="0" y="0"/>
            <a:chExt cx="1374236" cy="9948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18641" y="884671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618641" y="1513635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618641" y="1198156"/>
            <a:ext cx="976746" cy="144029"/>
            <a:chOff x="0" y="0"/>
            <a:chExt cx="287287" cy="423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013996">
            <a:off x="9211490" y="9551692"/>
            <a:ext cx="2571996" cy="846421"/>
          </a:xfrm>
          <a:custGeom>
            <a:avLst/>
            <a:gdLst/>
            <a:ahLst/>
            <a:cxnLst/>
            <a:rect l="l" t="t" r="r" b="b"/>
            <a:pathLst>
              <a:path w="2571996" h="846421">
                <a:moveTo>
                  <a:pt x="0" y="0"/>
                </a:moveTo>
                <a:lnTo>
                  <a:pt x="2571997" y="0"/>
                </a:lnTo>
                <a:lnTo>
                  <a:pt x="2571997" y="846421"/>
                </a:lnTo>
                <a:lnTo>
                  <a:pt x="0" y="84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248072">
            <a:off x="268722" y="8130557"/>
            <a:ext cx="1519957" cy="1445340"/>
          </a:xfrm>
          <a:custGeom>
            <a:avLst/>
            <a:gdLst/>
            <a:ahLst/>
            <a:cxnLst/>
            <a:rect l="l" t="t" r="r" b="b"/>
            <a:pathLst>
              <a:path w="1519957" h="1445340">
                <a:moveTo>
                  <a:pt x="0" y="0"/>
                </a:moveTo>
                <a:lnTo>
                  <a:pt x="1519956" y="0"/>
                </a:lnTo>
                <a:lnTo>
                  <a:pt x="1519956" y="1445341"/>
                </a:lnTo>
                <a:lnTo>
                  <a:pt x="0" y="1445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11718" y="956686"/>
            <a:ext cx="5217804" cy="3777494"/>
            <a:chOff x="0" y="0"/>
            <a:chExt cx="1374236" cy="9948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265179" y="956686"/>
            <a:ext cx="5217804" cy="3777494"/>
            <a:chOff x="0" y="0"/>
            <a:chExt cx="1374236" cy="99489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382" y="5075734"/>
            <a:ext cx="5217804" cy="3777494"/>
            <a:chOff x="0" y="0"/>
            <a:chExt cx="1374236" cy="99489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20619" y="5075734"/>
            <a:ext cx="5217804" cy="3777494"/>
            <a:chOff x="0" y="0"/>
            <a:chExt cx="1374236" cy="99489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46911" y="4211171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42283" y="4211171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129521" y="4211171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790060" y="8156949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77298" y="8156949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33554" y="1874036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Российский спутник с грибами и ящерицами стал неуправляемым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25161" y="2145498"/>
            <a:ext cx="4357141" cy="110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Собака пыталась покинуть Омк на льдине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95510" y="1874036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Учёные выяснили: грибы реагируют на комплименты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76703" y="6050449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Мужчина подал в суд на часы за слишком быстрое время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50951" y="5774224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онлайн-библиотеках появились книги, которые меняют сюжет при каждом прочтении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399376">
            <a:off x="-1114425" y="7200900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514080">
            <a:off x="14966421" y="-892555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04984" y="611124"/>
            <a:ext cx="17543893" cy="9358960"/>
            <a:chOff x="0" y="0"/>
            <a:chExt cx="4620614" cy="2464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20614" cy="2464911"/>
            </a:xfrm>
            <a:custGeom>
              <a:avLst/>
              <a:gdLst/>
              <a:ahLst/>
              <a:cxnLst/>
              <a:rect l="l" t="t" r="r" b="b"/>
              <a:pathLst>
                <a:path w="4620614" h="2464911">
                  <a:moveTo>
                    <a:pt x="22506" y="0"/>
                  </a:moveTo>
                  <a:lnTo>
                    <a:pt x="4598108" y="0"/>
                  </a:lnTo>
                  <a:cubicBezTo>
                    <a:pt x="4610538" y="0"/>
                    <a:pt x="4620614" y="10076"/>
                    <a:pt x="4620614" y="22506"/>
                  </a:cubicBezTo>
                  <a:lnTo>
                    <a:pt x="4620614" y="2442406"/>
                  </a:lnTo>
                  <a:cubicBezTo>
                    <a:pt x="4620614" y="2448375"/>
                    <a:pt x="4618243" y="2454099"/>
                    <a:pt x="4614022" y="2458320"/>
                  </a:cubicBezTo>
                  <a:cubicBezTo>
                    <a:pt x="4609801" y="2462540"/>
                    <a:pt x="4604077" y="2464911"/>
                    <a:pt x="4598108" y="2464911"/>
                  </a:cubicBezTo>
                  <a:lnTo>
                    <a:pt x="22506" y="2464911"/>
                  </a:lnTo>
                  <a:cubicBezTo>
                    <a:pt x="10076" y="2464911"/>
                    <a:pt x="0" y="2454835"/>
                    <a:pt x="0" y="2442406"/>
                  </a:cubicBezTo>
                  <a:lnTo>
                    <a:pt x="0" y="22506"/>
                  </a:lnTo>
                  <a:cubicBezTo>
                    <a:pt x="0" y="10076"/>
                    <a:pt x="10076" y="0"/>
                    <a:pt x="22506" y="0"/>
                  </a:cubicBezTo>
                  <a:close/>
                </a:path>
              </a:pathLst>
            </a:custGeom>
            <a:solidFill>
              <a:srgbClr val="802FD1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20614" cy="2503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82554" y="1028700"/>
            <a:ext cx="976746" cy="144029"/>
            <a:chOff x="0" y="0"/>
            <a:chExt cx="287287" cy="423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82554" y="1355658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82554" y="1680661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-762497" y="277764"/>
            <a:ext cx="2583187" cy="2155787"/>
          </a:xfrm>
          <a:custGeom>
            <a:avLst/>
            <a:gdLst/>
            <a:ahLst/>
            <a:cxnLst/>
            <a:rect l="l" t="t" r="r" b="b"/>
            <a:pathLst>
              <a:path w="2583187" h="2155787">
                <a:moveTo>
                  <a:pt x="0" y="0"/>
                </a:moveTo>
                <a:lnTo>
                  <a:pt x="2583187" y="0"/>
                </a:lnTo>
                <a:lnTo>
                  <a:pt x="2583187" y="2155787"/>
                </a:lnTo>
                <a:lnTo>
                  <a:pt x="0" y="2155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809529" y="1499686"/>
            <a:ext cx="4921483" cy="3095286"/>
            <a:chOff x="0" y="0"/>
            <a:chExt cx="1296193" cy="815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324617">
            <a:off x="10286380" y="8457455"/>
            <a:ext cx="1642455" cy="2633675"/>
          </a:xfrm>
          <a:custGeom>
            <a:avLst/>
            <a:gdLst/>
            <a:ahLst/>
            <a:cxnLst/>
            <a:rect l="l" t="t" r="r" b="b"/>
            <a:pathLst>
              <a:path w="1642455" h="2633675">
                <a:moveTo>
                  <a:pt x="0" y="0"/>
                </a:moveTo>
                <a:lnTo>
                  <a:pt x="1642456" y="0"/>
                </a:lnTo>
                <a:lnTo>
                  <a:pt x="1642456" y="2633675"/>
                </a:lnTo>
                <a:lnTo>
                  <a:pt x="0" y="2633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57525" y="1499686"/>
            <a:ext cx="4921483" cy="3095286"/>
            <a:chOff x="0" y="0"/>
            <a:chExt cx="1296193" cy="8152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07608" y="1499686"/>
            <a:ext cx="4921483" cy="3095286"/>
            <a:chOff x="0" y="0"/>
            <a:chExt cx="1296193" cy="8152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70270" y="5290604"/>
            <a:ext cx="4921483" cy="3095286"/>
            <a:chOff x="0" y="0"/>
            <a:chExt cx="1296193" cy="8152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46867" y="5290604"/>
            <a:ext cx="4921483" cy="3095286"/>
            <a:chOff x="0" y="0"/>
            <a:chExt cx="1296193" cy="8152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379" y="4127446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31012" y="4127446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879008" y="4127446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926949" y="8037751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03545" y="8037751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86034" y="2177061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Немецкого футболиста в юности мама запугала Саратовом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39696" y="1657426"/>
            <a:ext cx="4357141" cy="273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Городские власти решили сделать жизнь граждан веселее. Светофоры теперь рассказывают анекдоты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93358" y="2177061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Газировку из картофеля создали ученые в Беларуси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13592" y="5696517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На таобао появился отдел для роботов — теперь они могут примерить костюмы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29037" y="5696517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Индии открыли первый в мире музей невидимых экспонатов — вход бесплатный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flipH="1">
            <a:off x="-1518712" y="6331116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592300" y="-1796365"/>
            <a:ext cx="5195362" cy="5044224"/>
          </a:xfrm>
          <a:custGeom>
            <a:avLst/>
            <a:gdLst/>
            <a:ahLst/>
            <a:cxnLst/>
            <a:rect l="l" t="t" r="r" b="b"/>
            <a:pathLst>
              <a:path w="5195362" h="5044224">
                <a:moveTo>
                  <a:pt x="5195362" y="0"/>
                </a:moveTo>
                <a:lnTo>
                  <a:pt x="0" y="0"/>
                </a:lnTo>
                <a:lnTo>
                  <a:pt x="0" y="5044224"/>
                </a:lnTo>
                <a:lnTo>
                  <a:pt x="5195362" y="5044224"/>
                </a:lnTo>
                <a:lnTo>
                  <a:pt x="51953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46911" y="303083"/>
            <a:ext cx="17737651" cy="9834452"/>
            <a:chOff x="0" y="0"/>
            <a:chExt cx="4671645" cy="25901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71645" cy="2590144"/>
            </a:xfrm>
            <a:custGeom>
              <a:avLst/>
              <a:gdLst/>
              <a:ahLst/>
              <a:cxnLst/>
              <a:rect l="l" t="t" r="r" b="b"/>
              <a:pathLst>
                <a:path w="4671645" h="2590144">
                  <a:moveTo>
                    <a:pt x="22260" y="0"/>
                  </a:moveTo>
                  <a:lnTo>
                    <a:pt x="4649385" y="0"/>
                  </a:lnTo>
                  <a:cubicBezTo>
                    <a:pt x="4655288" y="0"/>
                    <a:pt x="4660950" y="2345"/>
                    <a:pt x="4665125" y="6520"/>
                  </a:cubicBezTo>
                  <a:cubicBezTo>
                    <a:pt x="4669299" y="10694"/>
                    <a:pt x="4671645" y="16356"/>
                    <a:pt x="4671645" y="22260"/>
                  </a:cubicBezTo>
                  <a:lnTo>
                    <a:pt x="4671645" y="2567884"/>
                  </a:lnTo>
                  <a:cubicBezTo>
                    <a:pt x="4671645" y="2580178"/>
                    <a:pt x="4661679" y="2590144"/>
                    <a:pt x="4649385" y="2590144"/>
                  </a:cubicBezTo>
                  <a:lnTo>
                    <a:pt x="22260" y="2590144"/>
                  </a:lnTo>
                  <a:cubicBezTo>
                    <a:pt x="16356" y="2590144"/>
                    <a:pt x="10694" y="2587798"/>
                    <a:pt x="6520" y="2583624"/>
                  </a:cubicBezTo>
                  <a:cubicBezTo>
                    <a:pt x="2345" y="2579449"/>
                    <a:pt x="0" y="2573787"/>
                    <a:pt x="0" y="2567884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5ADBE4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71645" cy="2628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480" y="956686"/>
            <a:ext cx="5217804" cy="3777494"/>
            <a:chOff x="0" y="0"/>
            <a:chExt cx="1374236" cy="9948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18641" y="884671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618641" y="1513635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618641" y="1198156"/>
            <a:ext cx="976746" cy="144029"/>
            <a:chOff x="0" y="0"/>
            <a:chExt cx="287287" cy="423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013996">
            <a:off x="9211490" y="9551692"/>
            <a:ext cx="2571996" cy="846421"/>
          </a:xfrm>
          <a:custGeom>
            <a:avLst/>
            <a:gdLst/>
            <a:ahLst/>
            <a:cxnLst/>
            <a:rect l="l" t="t" r="r" b="b"/>
            <a:pathLst>
              <a:path w="2571996" h="846421">
                <a:moveTo>
                  <a:pt x="0" y="0"/>
                </a:moveTo>
                <a:lnTo>
                  <a:pt x="2571997" y="0"/>
                </a:lnTo>
                <a:lnTo>
                  <a:pt x="2571997" y="846421"/>
                </a:lnTo>
                <a:lnTo>
                  <a:pt x="0" y="84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248072">
            <a:off x="268722" y="8130557"/>
            <a:ext cx="1519957" cy="1445340"/>
          </a:xfrm>
          <a:custGeom>
            <a:avLst/>
            <a:gdLst/>
            <a:ahLst/>
            <a:cxnLst/>
            <a:rect l="l" t="t" r="r" b="b"/>
            <a:pathLst>
              <a:path w="1519957" h="1445340">
                <a:moveTo>
                  <a:pt x="0" y="0"/>
                </a:moveTo>
                <a:lnTo>
                  <a:pt x="1519956" y="0"/>
                </a:lnTo>
                <a:lnTo>
                  <a:pt x="1519956" y="1445341"/>
                </a:lnTo>
                <a:lnTo>
                  <a:pt x="0" y="1445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11718" y="956686"/>
            <a:ext cx="5217804" cy="3777494"/>
            <a:chOff x="0" y="0"/>
            <a:chExt cx="1374236" cy="9948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265179" y="956686"/>
            <a:ext cx="5217804" cy="3777494"/>
            <a:chOff x="0" y="0"/>
            <a:chExt cx="1374236" cy="99489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382" y="5075734"/>
            <a:ext cx="5217804" cy="3777494"/>
            <a:chOff x="0" y="0"/>
            <a:chExt cx="1374236" cy="99489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20619" y="5075734"/>
            <a:ext cx="5217804" cy="3777494"/>
            <a:chOff x="0" y="0"/>
            <a:chExt cx="1374236" cy="99489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74236" cy="994895"/>
            </a:xfrm>
            <a:custGeom>
              <a:avLst/>
              <a:gdLst/>
              <a:ahLst/>
              <a:cxnLst/>
              <a:rect l="l" t="t" r="r" b="b"/>
              <a:pathLst>
                <a:path w="1374236" h="994895">
                  <a:moveTo>
                    <a:pt x="0" y="0"/>
                  </a:moveTo>
                  <a:lnTo>
                    <a:pt x="1374236" y="0"/>
                  </a:lnTo>
                  <a:lnTo>
                    <a:pt x="1374236" y="994895"/>
                  </a:lnTo>
                  <a:lnTo>
                    <a:pt x="0" y="994895"/>
                  </a:lnTo>
                  <a:close/>
                </a:path>
              </a:pathLst>
            </a:custGeom>
            <a:solidFill>
              <a:srgbClr val="802FD1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74236" cy="1032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46911" y="4211171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42283" y="4211171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129521" y="4211171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790060" y="8156949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77298" y="8156949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54811" y="1562413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университете штата Вирджиния открыли факультет по изучению языка тела растений.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57332" y="1562413"/>
            <a:ext cx="4357141" cy="273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зоопарке Сиднея можно покормить только тех животных, у которых есть собственные Instagram-аккаунты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43871" y="1490399"/>
            <a:ext cx="4357141" cy="273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супермаркете покупатель оплатил продукты монетами из настольной игры «Монополия»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76703" y="6050449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Проснувшийся парень обнаружил свою голову в пасти волка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50951" y="5774224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Тарту найден потерянный кроссовок, к делу подключилась полиция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90282" y="-985940"/>
            <a:ext cx="24468564" cy="12258881"/>
            <a:chOff x="0" y="0"/>
            <a:chExt cx="32624752" cy="16345174"/>
          </a:xfrm>
        </p:grpSpPr>
        <p:sp>
          <p:nvSpPr>
            <p:cNvPr id="3" name="Freeform 3"/>
            <p:cNvSpPr/>
            <p:nvPr/>
          </p:nvSpPr>
          <p:spPr>
            <a:xfrm>
              <a:off x="16279578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6345174" cy="16345174"/>
            </a:xfrm>
            <a:custGeom>
              <a:avLst/>
              <a:gdLst/>
              <a:ahLst/>
              <a:cxnLst/>
              <a:rect l="l" t="t" r="r" b="b"/>
              <a:pathLst>
                <a:path w="16345174" h="16345174">
                  <a:moveTo>
                    <a:pt x="0" y="0"/>
                  </a:moveTo>
                  <a:lnTo>
                    <a:pt x="16345174" y="0"/>
                  </a:lnTo>
                  <a:lnTo>
                    <a:pt x="16345174" y="16345174"/>
                  </a:lnTo>
                  <a:lnTo>
                    <a:pt x="0" y="16345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399376">
            <a:off x="-1114425" y="7200900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514080">
            <a:off x="14966421" y="-892555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04984" y="611124"/>
            <a:ext cx="17543893" cy="9358960"/>
            <a:chOff x="0" y="0"/>
            <a:chExt cx="4620614" cy="2464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20614" cy="2464911"/>
            </a:xfrm>
            <a:custGeom>
              <a:avLst/>
              <a:gdLst/>
              <a:ahLst/>
              <a:cxnLst/>
              <a:rect l="l" t="t" r="r" b="b"/>
              <a:pathLst>
                <a:path w="4620614" h="2464911">
                  <a:moveTo>
                    <a:pt x="22506" y="0"/>
                  </a:moveTo>
                  <a:lnTo>
                    <a:pt x="4598108" y="0"/>
                  </a:lnTo>
                  <a:cubicBezTo>
                    <a:pt x="4610538" y="0"/>
                    <a:pt x="4620614" y="10076"/>
                    <a:pt x="4620614" y="22506"/>
                  </a:cubicBezTo>
                  <a:lnTo>
                    <a:pt x="4620614" y="2442406"/>
                  </a:lnTo>
                  <a:cubicBezTo>
                    <a:pt x="4620614" y="2448375"/>
                    <a:pt x="4618243" y="2454099"/>
                    <a:pt x="4614022" y="2458320"/>
                  </a:cubicBezTo>
                  <a:cubicBezTo>
                    <a:pt x="4609801" y="2462540"/>
                    <a:pt x="4604077" y="2464911"/>
                    <a:pt x="4598108" y="2464911"/>
                  </a:cubicBezTo>
                  <a:lnTo>
                    <a:pt x="22506" y="2464911"/>
                  </a:lnTo>
                  <a:cubicBezTo>
                    <a:pt x="10076" y="2464911"/>
                    <a:pt x="0" y="2454835"/>
                    <a:pt x="0" y="2442406"/>
                  </a:cubicBezTo>
                  <a:lnTo>
                    <a:pt x="0" y="22506"/>
                  </a:lnTo>
                  <a:cubicBezTo>
                    <a:pt x="0" y="10076"/>
                    <a:pt x="10076" y="0"/>
                    <a:pt x="22506" y="0"/>
                  </a:cubicBezTo>
                  <a:close/>
                </a:path>
              </a:pathLst>
            </a:custGeom>
            <a:solidFill>
              <a:srgbClr val="802FD1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20614" cy="2503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82554" y="1028700"/>
            <a:ext cx="976746" cy="144029"/>
            <a:chOff x="0" y="0"/>
            <a:chExt cx="287287" cy="423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82554" y="1355658"/>
            <a:ext cx="976746" cy="144029"/>
            <a:chOff x="0" y="0"/>
            <a:chExt cx="287287" cy="42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82554" y="1680661"/>
            <a:ext cx="976746" cy="144029"/>
            <a:chOff x="0" y="0"/>
            <a:chExt cx="287287" cy="42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7287" cy="42363"/>
            </a:xfrm>
            <a:custGeom>
              <a:avLst/>
              <a:gdLst/>
              <a:ahLst/>
              <a:cxnLst/>
              <a:rect l="l" t="t" r="r" b="b"/>
              <a:pathLst>
                <a:path w="287287" h="42363">
                  <a:moveTo>
                    <a:pt x="0" y="0"/>
                  </a:moveTo>
                  <a:lnTo>
                    <a:pt x="287287" y="0"/>
                  </a:lnTo>
                  <a:lnTo>
                    <a:pt x="287287" y="42363"/>
                  </a:lnTo>
                  <a:lnTo>
                    <a:pt x="0" y="4236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7287" cy="80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-762497" y="277764"/>
            <a:ext cx="2583187" cy="2155787"/>
          </a:xfrm>
          <a:custGeom>
            <a:avLst/>
            <a:gdLst/>
            <a:ahLst/>
            <a:cxnLst/>
            <a:rect l="l" t="t" r="r" b="b"/>
            <a:pathLst>
              <a:path w="2583187" h="2155787">
                <a:moveTo>
                  <a:pt x="0" y="0"/>
                </a:moveTo>
                <a:lnTo>
                  <a:pt x="2583187" y="0"/>
                </a:lnTo>
                <a:lnTo>
                  <a:pt x="2583187" y="2155787"/>
                </a:lnTo>
                <a:lnTo>
                  <a:pt x="0" y="2155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809529" y="1499686"/>
            <a:ext cx="4921483" cy="3095286"/>
            <a:chOff x="0" y="0"/>
            <a:chExt cx="1296193" cy="815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324617">
            <a:off x="10286380" y="8457455"/>
            <a:ext cx="1642455" cy="2633675"/>
          </a:xfrm>
          <a:custGeom>
            <a:avLst/>
            <a:gdLst/>
            <a:ahLst/>
            <a:cxnLst/>
            <a:rect l="l" t="t" r="r" b="b"/>
            <a:pathLst>
              <a:path w="1642455" h="2633675">
                <a:moveTo>
                  <a:pt x="0" y="0"/>
                </a:moveTo>
                <a:lnTo>
                  <a:pt x="1642456" y="0"/>
                </a:lnTo>
                <a:lnTo>
                  <a:pt x="1642456" y="2633675"/>
                </a:lnTo>
                <a:lnTo>
                  <a:pt x="0" y="2633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957525" y="1499686"/>
            <a:ext cx="4921483" cy="3095286"/>
            <a:chOff x="0" y="0"/>
            <a:chExt cx="1296193" cy="8152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07608" y="1499686"/>
            <a:ext cx="4921483" cy="3095286"/>
            <a:chOff x="0" y="0"/>
            <a:chExt cx="1296193" cy="8152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70270" y="5290604"/>
            <a:ext cx="4921483" cy="3095286"/>
            <a:chOff x="0" y="0"/>
            <a:chExt cx="1296193" cy="8152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46867" y="5290604"/>
            <a:ext cx="4921483" cy="3095286"/>
            <a:chOff x="0" y="0"/>
            <a:chExt cx="1296193" cy="8152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96193" cy="815219"/>
            </a:xfrm>
            <a:custGeom>
              <a:avLst/>
              <a:gdLst/>
              <a:ahLst/>
              <a:cxnLst/>
              <a:rect l="l" t="t" r="r" b="b"/>
              <a:pathLst>
                <a:path w="1296193" h="815219">
                  <a:moveTo>
                    <a:pt x="0" y="0"/>
                  </a:moveTo>
                  <a:lnTo>
                    <a:pt x="1296193" y="0"/>
                  </a:lnTo>
                  <a:lnTo>
                    <a:pt x="1296193" y="815219"/>
                  </a:lnTo>
                  <a:lnTo>
                    <a:pt x="0" y="815219"/>
                  </a:lnTo>
                  <a:close/>
                </a:path>
              </a:pathLst>
            </a:custGeom>
            <a:solidFill>
              <a:srgbClr val="FF8ED5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296193" cy="85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379" y="4127446"/>
            <a:ext cx="686643" cy="696279"/>
            <a:chOff x="0" y="0"/>
            <a:chExt cx="812800" cy="8242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31012" y="4127446"/>
            <a:ext cx="686643" cy="696279"/>
            <a:chOff x="0" y="0"/>
            <a:chExt cx="812800" cy="824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879008" y="4127446"/>
            <a:ext cx="686643" cy="696279"/>
            <a:chOff x="0" y="0"/>
            <a:chExt cx="812800" cy="8242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926949" y="8037751"/>
            <a:ext cx="686643" cy="696279"/>
            <a:chOff x="0" y="0"/>
            <a:chExt cx="812800" cy="8242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03545" y="8037751"/>
            <a:ext cx="686643" cy="696279"/>
            <a:chOff x="0" y="0"/>
            <a:chExt cx="812800" cy="8242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24206"/>
            </a:xfrm>
            <a:custGeom>
              <a:avLst/>
              <a:gdLst/>
              <a:ahLst/>
              <a:cxnLst/>
              <a:rect l="l" t="t" r="r" b="b"/>
              <a:pathLst>
                <a:path w="812800" h="824206">
                  <a:moveTo>
                    <a:pt x="406400" y="0"/>
                  </a:moveTo>
                  <a:cubicBezTo>
                    <a:pt x="181951" y="0"/>
                    <a:pt x="0" y="184505"/>
                    <a:pt x="0" y="412103"/>
                  </a:cubicBezTo>
                  <a:cubicBezTo>
                    <a:pt x="0" y="639701"/>
                    <a:pt x="181951" y="824206"/>
                    <a:pt x="406400" y="824206"/>
                  </a:cubicBezTo>
                  <a:cubicBezTo>
                    <a:pt x="630849" y="824206"/>
                    <a:pt x="812800" y="639701"/>
                    <a:pt x="812800" y="412103"/>
                  </a:cubicBezTo>
                  <a:cubicBezTo>
                    <a:pt x="812800" y="1845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9644"/>
              <a:ext cx="660400" cy="71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86034" y="2177061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Спор о творчестве Канта в очереди за пивом закончился стрельбой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40739" y="2177061"/>
            <a:ext cx="4357141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Из всех рыб распознавать мемы умеют только караси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89779" y="1657426"/>
            <a:ext cx="4357141" cy="273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Россиянин с табуретом и ножом остановил преступников, избивших полицейских на глазах у военных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13592" y="5696517"/>
            <a:ext cx="4357141" cy="273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В аэропорту задержали пассажира с тремя чемоданами, набитыми резиновыми уточками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929037" y="5696517"/>
            <a:ext cx="4357141" cy="218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Женщина вызвала скорую помощь, потому что её кот «слишком серьёзно смотрит»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922</Words>
  <Application>Microsoft Office PowerPoint</Application>
  <PresentationFormat>Произвольный</PresentationFormat>
  <Paragraphs>164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Canva Sans Bold</vt:lpstr>
      <vt:lpstr>Arial</vt:lpstr>
      <vt:lpstr>Bryndan Write</vt:lpstr>
      <vt:lpstr>Calibri</vt:lpstr>
      <vt:lpstr>Canva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это работает</dc:title>
  <cp:lastModifiedBy>Aliona Konovalenko</cp:lastModifiedBy>
  <cp:revision>3</cp:revision>
  <dcterms:created xsi:type="dcterms:W3CDTF">2006-08-16T00:00:00Z</dcterms:created>
  <dcterms:modified xsi:type="dcterms:W3CDTF">2025-12-01T10:12:24Z</dcterms:modified>
  <dc:identifier>DAG5haXDI9w</dc:identifier>
</cp:coreProperties>
</file>